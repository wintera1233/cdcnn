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sldIdLst>
    <p:sldId id="315" r:id="rId2"/>
    <p:sldId id="316" r:id="rId3"/>
    <p:sldId id="318" r:id="rId4"/>
    <p:sldId id="319" r:id="rId5"/>
    <p:sldId id="320" r:id="rId6"/>
    <p:sldId id="321" r:id="rId7"/>
    <p:sldId id="322" r:id="rId8"/>
    <p:sldId id="326" r:id="rId9"/>
    <p:sldId id="323" r:id="rId10"/>
    <p:sldId id="324" r:id="rId11"/>
    <p:sldId id="325" r:id="rId12"/>
    <p:sldId id="327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F589BC7-C77D-4DC2-9EB4-8320D16199E8}">
          <p14:sldIdLst>
            <p14:sldId id="315"/>
            <p14:sldId id="316"/>
            <p14:sldId id="318"/>
            <p14:sldId id="319"/>
            <p14:sldId id="320"/>
            <p14:sldId id="321"/>
            <p14:sldId id="322"/>
            <p14:sldId id="326"/>
            <p14:sldId id="323"/>
            <p14:sldId id="324"/>
            <p14:sldId id="325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e10001@gmail.com" initials="w" lastIdx="1" clrIdx="0">
    <p:extLst>
      <p:ext uri="{19B8F6BF-5375-455C-9EA6-DF929625EA0E}">
        <p15:presenceInfo xmlns:p15="http://schemas.microsoft.com/office/powerpoint/2012/main" userId="352a12620070698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D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80" autoAdjust="0"/>
    <p:restoredTop sz="79974" autoAdjust="0"/>
  </p:normalViewPr>
  <p:slideViewPr>
    <p:cSldViewPr snapToGrid="0">
      <p:cViewPr varScale="1">
        <p:scale>
          <a:sx n="84" d="100"/>
          <a:sy n="84" d="100"/>
        </p:scale>
        <p:origin x="108" y="15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822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vonne Chen" userId="cdf6c2fa8f1ea833" providerId="LiveId" clId="{D93938F3-704F-42A1-93B2-D6272930A5FC}"/>
    <pc:docChg chg="undo redo custSel addSld delSld modSld modSection">
      <pc:chgData name="Yvonne Chen" userId="cdf6c2fa8f1ea833" providerId="LiveId" clId="{D93938F3-704F-42A1-93B2-D6272930A5FC}" dt="2026-08-18T14:41:25.268" v="3283" actId="5793"/>
      <pc:docMkLst>
        <pc:docMk/>
      </pc:docMkLst>
      <pc:sldChg chg="modSp mod modNotesTx">
        <pc:chgData name="Yvonne Chen" userId="cdf6c2fa8f1ea833" providerId="LiveId" clId="{D93938F3-704F-42A1-93B2-D6272930A5FC}" dt="2026-08-18T13:25:09.754" v="92"/>
        <pc:sldMkLst>
          <pc:docMk/>
          <pc:sldMk cId="2152298854" sldId="315"/>
        </pc:sldMkLst>
        <pc:spChg chg="mod">
          <ac:chgData name="Yvonne Chen" userId="cdf6c2fa8f1ea833" providerId="LiveId" clId="{D93938F3-704F-42A1-93B2-D6272930A5FC}" dt="2026-08-18T13:24:22.243" v="91"/>
          <ac:spMkLst>
            <pc:docMk/>
            <pc:sldMk cId="2152298854" sldId="315"/>
            <ac:spMk id="2" creationId="{F1A621B8-F77A-44B9-8DA7-492E3A86D86F}"/>
          </ac:spMkLst>
        </pc:spChg>
        <pc:spChg chg="mod">
          <ac:chgData name="Yvonne Chen" userId="cdf6c2fa8f1ea833" providerId="LiveId" clId="{D93938F3-704F-42A1-93B2-D6272930A5FC}" dt="2026-08-18T13:17:07.153" v="61" actId="20577"/>
          <ac:spMkLst>
            <pc:docMk/>
            <pc:sldMk cId="2152298854" sldId="315"/>
            <ac:spMk id="3" creationId="{E8A1B309-3A86-460D-9F25-F0B15520124C}"/>
          </ac:spMkLst>
        </pc:spChg>
      </pc:sldChg>
      <pc:sldChg chg="addSp modSp new mod modNotesTx">
        <pc:chgData name="Yvonne Chen" userId="cdf6c2fa8f1ea833" providerId="LiveId" clId="{D93938F3-704F-42A1-93B2-D6272930A5FC}" dt="2026-08-18T13:32:32.697" v="657" actId="20577"/>
        <pc:sldMkLst>
          <pc:docMk/>
          <pc:sldMk cId="1345758893" sldId="316"/>
        </pc:sldMkLst>
        <pc:spChg chg="mod">
          <ac:chgData name="Yvonne Chen" userId="cdf6c2fa8f1ea833" providerId="LiveId" clId="{D93938F3-704F-42A1-93B2-D6272930A5FC}" dt="2026-08-18T13:25:35.137" v="147" actId="20577"/>
          <ac:spMkLst>
            <pc:docMk/>
            <pc:sldMk cId="1345758893" sldId="316"/>
            <ac:spMk id="2" creationId="{5ED0F3BA-932E-4921-9608-EFC0B401E618}"/>
          </ac:spMkLst>
        </pc:spChg>
        <pc:spChg chg="mod">
          <ac:chgData name="Yvonne Chen" userId="cdf6c2fa8f1ea833" providerId="LiveId" clId="{D93938F3-704F-42A1-93B2-D6272930A5FC}" dt="2026-08-18T13:32:32.697" v="657" actId="20577"/>
          <ac:spMkLst>
            <pc:docMk/>
            <pc:sldMk cId="1345758893" sldId="316"/>
            <ac:spMk id="4" creationId="{B6CA089B-1845-4CC1-8FAE-918254220BCC}"/>
          </ac:spMkLst>
        </pc:spChg>
        <pc:spChg chg="add mod">
          <ac:chgData name="Yvonne Chen" userId="cdf6c2fa8f1ea833" providerId="LiveId" clId="{D93938F3-704F-42A1-93B2-D6272930A5FC}" dt="2026-08-18T13:31:21.968" v="532" actId="1036"/>
          <ac:spMkLst>
            <pc:docMk/>
            <pc:sldMk cId="1345758893" sldId="316"/>
            <ac:spMk id="5" creationId="{1ECB8DED-57C5-4AC7-AC66-B36037E40540}"/>
          </ac:spMkLst>
        </pc:spChg>
        <pc:spChg chg="add mod">
          <ac:chgData name="Yvonne Chen" userId="cdf6c2fa8f1ea833" providerId="LiveId" clId="{D93938F3-704F-42A1-93B2-D6272930A5FC}" dt="2026-08-18T13:31:21.968" v="532" actId="1036"/>
          <ac:spMkLst>
            <pc:docMk/>
            <pc:sldMk cId="1345758893" sldId="316"/>
            <ac:spMk id="6" creationId="{6A9B035B-248E-4F73-83EF-0BFB861A0C11}"/>
          </ac:spMkLst>
        </pc:spChg>
        <pc:spChg chg="add mod">
          <ac:chgData name="Yvonne Chen" userId="cdf6c2fa8f1ea833" providerId="LiveId" clId="{D93938F3-704F-42A1-93B2-D6272930A5FC}" dt="2026-08-18T13:31:21.968" v="532" actId="1036"/>
          <ac:spMkLst>
            <pc:docMk/>
            <pc:sldMk cId="1345758893" sldId="316"/>
            <ac:spMk id="7" creationId="{1D5E911B-C83E-4C79-A2F4-410C32DDFFE7}"/>
          </ac:spMkLst>
        </pc:spChg>
        <pc:spChg chg="add mod">
          <ac:chgData name="Yvonne Chen" userId="cdf6c2fa8f1ea833" providerId="LiveId" clId="{D93938F3-704F-42A1-93B2-D6272930A5FC}" dt="2026-08-18T13:31:21.968" v="532" actId="1036"/>
          <ac:spMkLst>
            <pc:docMk/>
            <pc:sldMk cId="1345758893" sldId="316"/>
            <ac:spMk id="8" creationId="{E8036A03-CD0D-4A84-AEA7-552AB65CACBF}"/>
          </ac:spMkLst>
        </pc:spChg>
        <pc:spChg chg="add mod">
          <ac:chgData name="Yvonne Chen" userId="cdf6c2fa8f1ea833" providerId="LiveId" clId="{D93938F3-704F-42A1-93B2-D6272930A5FC}" dt="2026-08-18T13:31:21.968" v="532" actId="1036"/>
          <ac:spMkLst>
            <pc:docMk/>
            <pc:sldMk cId="1345758893" sldId="316"/>
            <ac:spMk id="9" creationId="{DB174FB9-7B7A-44A5-A23E-CB55F80C6C9F}"/>
          </ac:spMkLst>
        </pc:spChg>
      </pc:sldChg>
      <pc:sldChg chg="modSp new del mod">
        <pc:chgData name="Yvonne Chen" userId="cdf6c2fa8f1ea833" providerId="LiveId" clId="{D93938F3-704F-42A1-93B2-D6272930A5FC}" dt="2026-08-18T13:33:11.322" v="688" actId="47"/>
        <pc:sldMkLst>
          <pc:docMk/>
          <pc:sldMk cId="3304873527" sldId="317"/>
        </pc:sldMkLst>
        <pc:spChg chg="mod">
          <ac:chgData name="Yvonne Chen" userId="cdf6c2fa8f1ea833" providerId="LiveId" clId="{D93938F3-704F-42A1-93B2-D6272930A5FC}" dt="2026-08-18T13:33:01.380" v="686" actId="20577"/>
          <ac:spMkLst>
            <pc:docMk/>
            <pc:sldMk cId="3304873527" sldId="317"/>
            <ac:spMk id="2" creationId="{A6FFA073-9681-4879-9C31-5F5EA8099821}"/>
          </ac:spMkLst>
        </pc:spChg>
      </pc:sldChg>
      <pc:sldChg chg="addSp delSp modSp new mod modNotesTx">
        <pc:chgData name="Yvonne Chen" userId="cdf6c2fa8f1ea833" providerId="LiveId" clId="{D93938F3-704F-42A1-93B2-D6272930A5FC}" dt="2026-08-18T13:59:20.542" v="1665" actId="1076"/>
        <pc:sldMkLst>
          <pc:docMk/>
          <pc:sldMk cId="695409765" sldId="318"/>
        </pc:sldMkLst>
        <pc:spChg chg="mod">
          <ac:chgData name="Yvonne Chen" userId="cdf6c2fa8f1ea833" providerId="LiveId" clId="{D93938F3-704F-42A1-93B2-D6272930A5FC}" dt="2026-08-18T13:59:16.650" v="1664" actId="20577"/>
          <ac:spMkLst>
            <pc:docMk/>
            <pc:sldMk cId="695409765" sldId="318"/>
            <ac:spMk id="2" creationId="{2F98D16B-3902-4C19-AFBD-F64E7E6F2F87}"/>
          </ac:spMkLst>
        </pc:spChg>
        <pc:spChg chg="mod">
          <ac:chgData name="Yvonne Chen" userId="cdf6c2fa8f1ea833" providerId="LiveId" clId="{D93938F3-704F-42A1-93B2-D6272930A5FC}" dt="2026-08-18T13:33:17.918" v="702" actId="20577"/>
          <ac:spMkLst>
            <pc:docMk/>
            <pc:sldMk cId="695409765" sldId="318"/>
            <ac:spMk id="3" creationId="{021AE85A-7E6C-4086-B4B9-96ED3C342929}"/>
          </ac:spMkLst>
        </pc:spChg>
        <pc:spChg chg="mod">
          <ac:chgData name="Yvonne Chen" userId="cdf6c2fa8f1ea833" providerId="LiveId" clId="{D93938F3-704F-42A1-93B2-D6272930A5FC}" dt="2026-08-18T13:35:17.185" v="822" actId="207"/>
          <ac:spMkLst>
            <pc:docMk/>
            <pc:sldMk cId="695409765" sldId="318"/>
            <ac:spMk id="4" creationId="{A15B9AF0-B7E8-4046-9152-10B1E1D8A47B}"/>
          </ac:spMkLst>
        </pc:spChg>
        <pc:spChg chg="mod">
          <ac:chgData name="Yvonne Chen" userId="cdf6c2fa8f1ea833" providerId="LiveId" clId="{D93938F3-704F-42A1-93B2-D6272930A5FC}" dt="2026-08-18T13:33:20.841" v="709" actId="20577"/>
          <ac:spMkLst>
            <pc:docMk/>
            <pc:sldMk cId="695409765" sldId="318"/>
            <ac:spMk id="5" creationId="{AB08433A-C0EF-4690-96E4-0283F5DCBAF6}"/>
          </ac:spMkLst>
        </pc:spChg>
        <pc:spChg chg="mod">
          <ac:chgData name="Yvonne Chen" userId="cdf6c2fa8f1ea833" providerId="LiveId" clId="{D93938F3-704F-42A1-93B2-D6272930A5FC}" dt="2026-08-18T13:34:58.216" v="821" actId="14100"/>
          <ac:spMkLst>
            <pc:docMk/>
            <pc:sldMk cId="695409765" sldId="318"/>
            <ac:spMk id="6" creationId="{C416C7CD-88A0-4236-929A-58C03DD51D65}"/>
          </ac:spMkLst>
        </pc:spChg>
        <pc:spChg chg="add del mod">
          <ac:chgData name="Yvonne Chen" userId="cdf6c2fa8f1ea833" providerId="LiveId" clId="{D93938F3-704F-42A1-93B2-D6272930A5FC}" dt="2026-08-18T13:59:13.627" v="1663" actId="21"/>
          <ac:spMkLst>
            <pc:docMk/>
            <pc:sldMk cId="695409765" sldId="318"/>
            <ac:spMk id="8" creationId="{333D36E5-A80E-4772-BBF7-F1AF74374C63}"/>
          </ac:spMkLst>
        </pc:spChg>
        <pc:spChg chg="add mod">
          <ac:chgData name="Yvonne Chen" userId="cdf6c2fa8f1ea833" providerId="LiveId" clId="{D93938F3-704F-42A1-93B2-D6272930A5FC}" dt="2026-08-18T13:59:20.542" v="1665" actId="1076"/>
          <ac:spMkLst>
            <pc:docMk/>
            <pc:sldMk cId="695409765" sldId="318"/>
            <ac:spMk id="9" creationId="{8080099A-27FD-4AE2-84BD-AAFC131A59A4}"/>
          </ac:spMkLst>
        </pc:spChg>
      </pc:sldChg>
      <pc:sldChg chg="addSp delSp modSp new mod modClrScheme chgLayout">
        <pc:chgData name="Yvonne Chen" userId="cdf6c2fa8f1ea833" providerId="LiveId" clId="{D93938F3-704F-42A1-93B2-D6272930A5FC}" dt="2026-08-18T14:35:05.881" v="2901" actId="13822"/>
        <pc:sldMkLst>
          <pc:docMk/>
          <pc:sldMk cId="322255817" sldId="319"/>
        </pc:sldMkLst>
        <pc:spChg chg="mod ord">
          <ac:chgData name="Yvonne Chen" userId="cdf6c2fa8f1ea833" providerId="LiveId" clId="{D93938F3-704F-42A1-93B2-D6272930A5FC}" dt="2026-08-18T13:42:27.779" v="1160" actId="27636"/>
          <ac:spMkLst>
            <pc:docMk/>
            <pc:sldMk cId="322255817" sldId="319"/>
            <ac:spMk id="2" creationId="{0172F661-4210-4FCF-8921-0AC1F1F735CA}"/>
          </ac:spMkLst>
        </pc:spChg>
        <pc:spChg chg="del">
          <ac:chgData name="Yvonne Chen" userId="cdf6c2fa8f1ea833" providerId="LiveId" clId="{D93938F3-704F-42A1-93B2-D6272930A5FC}" dt="2026-08-18T13:42:27.779" v="1159" actId="700"/>
          <ac:spMkLst>
            <pc:docMk/>
            <pc:sldMk cId="322255817" sldId="319"/>
            <ac:spMk id="3" creationId="{928478E2-6EE0-4505-865B-CF2BD085C7D4}"/>
          </ac:spMkLst>
        </pc:spChg>
        <pc:spChg chg="del mod ord">
          <ac:chgData name="Yvonne Chen" userId="cdf6c2fa8f1ea833" providerId="LiveId" clId="{D93938F3-704F-42A1-93B2-D6272930A5FC}" dt="2026-08-18T13:42:27.779" v="1159" actId="700"/>
          <ac:spMkLst>
            <pc:docMk/>
            <pc:sldMk cId="322255817" sldId="319"/>
            <ac:spMk id="4" creationId="{0143EABF-24CD-43D9-9ED2-9EB515835F03}"/>
          </ac:spMkLst>
        </pc:spChg>
        <pc:spChg chg="del">
          <ac:chgData name="Yvonne Chen" userId="cdf6c2fa8f1ea833" providerId="LiveId" clId="{D93938F3-704F-42A1-93B2-D6272930A5FC}" dt="2026-08-18T13:42:27.779" v="1159" actId="700"/>
          <ac:spMkLst>
            <pc:docMk/>
            <pc:sldMk cId="322255817" sldId="319"/>
            <ac:spMk id="5" creationId="{EA069D0F-28C7-495A-BEA9-2186B4FDBA11}"/>
          </ac:spMkLst>
        </pc:spChg>
        <pc:spChg chg="del">
          <ac:chgData name="Yvonne Chen" userId="cdf6c2fa8f1ea833" providerId="LiveId" clId="{D93938F3-704F-42A1-93B2-D6272930A5FC}" dt="2026-08-18T13:42:27.779" v="1159" actId="700"/>
          <ac:spMkLst>
            <pc:docMk/>
            <pc:sldMk cId="322255817" sldId="319"/>
            <ac:spMk id="6" creationId="{D5ABA739-EE4C-4A8F-AE99-C372DEECB4D4}"/>
          </ac:spMkLst>
        </pc:spChg>
        <pc:spChg chg="mod ord">
          <ac:chgData name="Yvonne Chen" userId="cdf6c2fa8f1ea833" providerId="LiveId" clId="{D93938F3-704F-42A1-93B2-D6272930A5FC}" dt="2026-08-18T13:42:27.779" v="1159" actId="700"/>
          <ac:spMkLst>
            <pc:docMk/>
            <pc:sldMk cId="322255817" sldId="319"/>
            <ac:spMk id="7" creationId="{1BD725C0-BA9F-4FF5-A754-BEBD4C4861F5}"/>
          </ac:spMkLst>
        </pc:spChg>
        <pc:spChg chg="add del mod ord">
          <ac:chgData name="Yvonne Chen" userId="cdf6c2fa8f1ea833" providerId="LiveId" clId="{D93938F3-704F-42A1-93B2-D6272930A5FC}" dt="2026-08-18T13:42:40.953" v="1161" actId="478"/>
          <ac:spMkLst>
            <pc:docMk/>
            <pc:sldMk cId="322255817" sldId="319"/>
            <ac:spMk id="8" creationId="{A66FEF67-8A71-466A-A9A4-FFC5FA6A6EF8}"/>
          </ac:spMkLst>
        </pc:spChg>
        <pc:spChg chg="add mod">
          <ac:chgData name="Yvonne Chen" userId="cdf6c2fa8f1ea833" providerId="LiveId" clId="{D93938F3-704F-42A1-93B2-D6272930A5FC}" dt="2026-08-18T13:47:39.950" v="1469" actId="13822"/>
          <ac:spMkLst>
            <pc:docMk/>
            <pc:sldMk cId="322255817" sldId="319"/>
            <ac:spMk id="9" creationId="{6AFE85A0-3EB1-4870-A328-D184584B84A5}"/>
          </ac:spMkLst>
        </pc:spChg>
        <pc:spChg chg="add mod">
          <ac:chgData name="Yvonne Chen" userId="cdf6c2fa8f1ea833" providerId="LiveId" clId="{D93938F3-704F-42A1-93B2-D6272930A5FC}" dt="2026-08-18T13:46:15.566" v="1332" actId="1076"/>
          <ac:spMkLst>
            <pc:docMk/>
            <pc:sldMk cId="322255817" sldId="319"/>
            <ac:spMk id="10" creationId="{BA99835D-118B-4CF3-AF3B-D8DC6F1065D8}"/>
          </ac:spMkLst>
        </pc:spChg>
        <pc:spChg chg="add mod">
          <ac:chgData name="Yvonne Chen" userId="cdf6c2fa8f1ea833" providerId="LiveId" clId="{D93938F3-704F-42A1-93B2-D6272930A5FC}" dt="2026-08-18T13:45:56.325" v="1326" actId="1036"/>
          <ac:spMkLst>
            <pc:docMk/>
            <pc:sldMk cId="322255817" sldId="319"/>
            <ac:spMk id="11" creationId="{EC23F367-D703-49FE-9DA1-82A2D606D550}"/>
          </ac:spMkLst>
        </pc:spChg>
        <pc:spChg chg="add mod">
          <ac:chgData name="Yvonne Chen" userId="cdf6c2fa8f1ea833" providerId="LiveId" clId="{D93938F3-704F-42A1-93B2-D6272930A5FC}" dt="2026-08-18T13:46:17.955" v="1333" actId="1076"/>
          <ac:spMkLst>
            <pc:docMk/>
            <pc:sldMk cId="322255817" sldId="319"/>
            <ac:spMk id="12" creationId="{11005924-2A20-4A9A-857F-ABEC61C20D65}"/>
          </ac:spMkLst>
        </pc:spChg>
        <pc:spChg chg="add mod">
          <ac:chgData name="Yvonne Chen" userId="cdf6c2fa8f1ea833" providerId="LiveId" clId="{D93938F3-704F-42A1-93B2-D6272930A5FC}" dt="2026-08-18T13:47:39.950" v="1469" actId="13822"/>
          <ac:spMkLst>
            <pc:docMk/>
            <pc:sldMk cId="322255817" sldId="319"/>
            <ac:spMk id="13" creationId="{7645767A-C526-4F36-9C51-D1A4CDB67B2F}"/>
          </ac:spMkLst>
        </pc:spChg>
        <pc:spChg chg="add mod">
          <ac:chgData name="Yvonne Chen" userId="cdf6c2fa8f1ea833" providerId="LiveId" clId="{D93938F3-704F-42A1-93B2-D6272930A5FC}" dt="2026-08-18T13:46:46.303" v="1391" actId="1076"/>
          <ac:spMkLst>
            <pc:docMk/>
            <pc:sldMk cId="322255817" sldId="319"/>
            <ac:spMk id="14" creationId="{D2BD3B7F-F6D4-4B01-89CE-C7A52078DC2B}"/>
          </ac:spMkLst>
        </pc:spChg>
        <pc:spChg chg="add mod">
          <ac:chgData name="Yvonne Chen" userId="cdf6c2fa8f1ea833" providerId="LiveId" clId="{D93938F3-704F-42A1-93B2-D6272930A5FC}" dt="2026-08-18T14:35:05.881" v="2901" actId="13822"/>
          <ac:spMkLst>
            <pc:docMk/>
            <pc:sldMk cId="322255817" sldId="319"/>
            <ac:spMk id="15" creationId="{36032A8C-4FB0-44BE-BD3B-973BD81E98ED}"/>
          </ac:spMkLst>
        </pc:spChg>
        <pc:spChg chg="add mod">
          <ac:chgData name="Yvonne Chen" userId="cdf6c2fa8f1ea833" providerId="LiveId" clId="{D93938F3-704F-42A1-93B2-D6272930A5FC}" dt="2026-08-18T13:47:18.801" v="1448" actId="1076"/>
          <ac:spMkLst>
            <pc:docMk/>
            <pc:sldMk cId="322255817" sldId="319"/>
            <ac:spMk id="16" creationId="{BD091EF7-1502-410D-8F31-992DB20BA91D}"/>
          </ac:spMkLst>
        </pc:spChg>
        <pc:spChg chg="add mod">
          <ac:chgData name="Yvonne Chen" userId="cdf6c2fa8f1ea833" providerId="LiveId" clId="{D93938F3-704F-42A1-93B2-D6272930A5FC}" dt="2026-08-18T13:47:30.676" v="1468" actId="20577"/>
          <ac:spMkLst>
            <pc:docMk/>
            <pc:sldMk cId="322255817" sldId="319"/>
            <ac:spMk id="17" creationId="{276E054C-AD5C-4A4A-B272-BD7EE1AC68DB}"/>
          </ac:spMkLst>
        </pc:spChg>
        <pc:spChg chg="add mod">
          <ac:chgData name="Yvonne Chen" userId="cdf6c2fa8f1ea833" providerId="LiveId" clId="{D93938F3-704F-42A1-93B2-D6272930A5FC}" dt="2026-08-18T13:48:25.959" v="1500" actId="20577"/>
          <ac:spMkLst>
            <pc:docMk/>
            <pc:sldMk cId="322255817" sldId="319"/>
            <ac:spMk id="20" creationId="{FB98F082-D028-4C86-B1FE-3C5B0F7872A8}"/>
          </ac:spMkLst>
        </pc:spChg>
        <pc:spChg chg="add mod">
          <ac:chgData name="Yvonne Chen" userId="cdf6c2fa8f1ea833" providerId="LiveId" clId="{D93938F3-704F-42A1-93B2-D6272930A5FC}" dt="2026-08-18T13:49:09.820" v="1545" actId="13822"/>
          <ac:spMkLst>
            <pc:docMk/>
            <pc:sldMk cId="322255817" sldId="319"/>
            <ac:spMk id="22" creationId="{8C2940A0-2D33-4209-B061-7C1BA24BD087}"/>
          </ac:spMkLst>
        </pc:spChg>
        <pc:spChg chg="add mod">
          <ac:chgData name="Yvonne Chen" userId="cdf6c2fa8f1ea833" providerId="LiveId" clId="{D93938F3-704F-42A1-93B2-D6272930A5FC}" dt="2026-08-18T13:51:18.587" v="1662" actId="13822"/>
          <ac:spMkLst>
            <pc:docMk/>
            <pc:sldMk cId="322255817" sldId="319"/>
            <ac:spMk id="28" creationId="{7558C4B1-79F2-44C8-878F-7DCA41E62762}"/>
          </ac:spMkLst>
        </pc:spChg>
        <pc:spChg chg="add mod">
          <ac:chgData name="Yvonne Chen" userId="cdf6c2fa8f1ea833" providerId="LiveId" clId="{D93938F3-704F-42A1-93B2-D6272930A5FC}" dt="2026-08-18T13:51:18.587" v="1662" actId="13822"/>
          <ac:spMkLst>
            <pc:docMk/>
            <pc:sldMk cId="322255817" sldId="319"/>
            <ac:spMk id="29" creationId="{71E7E3A3-C18E-4AF2-8B9D-1FC773EA7D64}"/>
          </ac:spMkLst>
        </pc:spChg>
        <pc:spChg chg="add mod">
          <ac:chgData name="Yvonne Chen" userId="cdf6c2fa8f1ea833" providerId="LiveId" clId="{D93938F3-704F-42A1-93B2-D6272930A5FC}" dt="2026-08-18T13:51:18.587" v="1662" actId="13822"/>
          <ac:spMkLst>
            <pc:docMk/>
            <pc:sldMk cId="322255817" sldId="319"/>
            <ac:spMk id="30" creationId="{00CC7C22-A6F7-4717-B486-3E38D4CBB57E}"/>
          </ac:spMkLst>
        </pc:spChg>
        <pc:spChg chg="add del mod">
          <ac:chgData name="Yvonne Chen" userId="cdf6c2fa8f1ea833" providerId="LiveId" clId="{D93938F3-704F-42A1-93B2-D6272930A5FC}" dt="2026-08-18T13:59:47.221" v="1670" actId="478"/>
          <ac:spMkLst>
            <pc:docMk/>
            <pc:sldMk cId="322255817" sldId="319"/>
            <ac:spMk id="31" creationId="{4F335CA0-D7CE-439A-8BFA-7B1873599A08}"/>
          </ac:spMkLst>
        </pc:spChg>
        <pc:cxnChg chg="add mod">
          <ac:chgData name="Yvonne Chen" userId="cdf6c2fa8f1ea833" providerId="LiveId" clId="{D93938F3-704F-42A1-93B2-D6272930A5FC}" dt="2026-08-18T13:49:49.582" v="1549" actId="1582"/>
          <ac:cxnSpMkLst>
            <pc:docMk/>
            <pc:sldMk cId="322255817" sldId="319"/>
            <ac:cxnSpMk id="19" creationId="{7FA1F832-0E18-4ED9-B995-C4230F1C4614}"/>
          </ac:cxnSpMkLst>
        </pc:cxnChg>
        <pc:cxnChg chg="add mod">
          <ac:chgData name="Yvonne Chen" userId="cdf6c2fa8f1ea833" providerId="LiveId" clId="{D93938F3-704F-42A1-93B2-D6272930A5FC}" dt="2026-08-18T13:49:49.582" v="1549" actId="1582"/>
          <ac:cxnSpMkLst>
            <pc:docMk/>
            <pc:sldMk cId="322255817" sldId="319"/>
            <ac:cxnSpMk id="25" creationId="{07994C1E-14C3-4E53-8638-F903D4D42763}"/>
          </ac:cxnSpMkLst>
        </pc:cxnChg>
      </pc:sldChg>
      <pc:sldChg chg="addSp delSp modSp new mod modNotesTx">
        <pc:chgData name="Yvonne Chen" userId="cdf6c2fa8f1ea833" providerId="LiveId" clId="{D93938F3-704F-42A1-93B2-D6272930A5FC}" dt="2026-08-18T14:36:02.061" v="2981" actId="20577"/>
        <pc:sldMkLst>
          <pc:docMk/>
          <pc:sldMk cId="2973553008" sldId="320"/>
        </pc:sldMkLst>
        <pc:spChg chg="mod">
          <ac:chgData name="Yvonne Chen" userId="cdf6c2fa8f1ea833" providerId="LiveId" clId="{D93938F3-704F-42A1-93B2-D6272930A5FC}" dt="2026-08-18T14:00:12.464" v="1729" actId="20577"/>
          <ac:spMkLst>
            <pc:docMk/>
            <pc:sldMk cId="2973553008" sldId="320"/>
            <ac:spMk id="2" creationId="{10A992A7-37CD-41BD-A674-9944CFA9A652}"/>
          </ac:spMkLst>
        </pc:spChg>
        <pc:spChg chg="del">
          <ac:chgData name="Yvonne Chen" userId="cdf6c2fa8f1ea833" providerId="LiveId" clId="{D93938F3-704F-42A1-93B2-D6272930A5FC}" dt="2026-08-18T14:01:57.197" v="1730" actId="22"/>
          <ac:spMkLst>
            <pc:docMk/>
            <pc:sldMk cId="2973553008" sldId="320"/>
            <ac:spMk id="4" creationId="{641599C7-9151-4C9A-9DB7-1D594E989F9A}"/>
          </ac:spMkLst>
        </pc:spChg>
        <pc:spChg chg="add mod">
          <ac:chgData name="Yvonne Chen" userId="cdf6c2fa8f1ea833" providerId="LiveId" clId="{D93938F3-704F-42A1-93B2-D6272930A5FC}" dt="2026-08-18T14:02:44.800" v="1736" actId="1076"/>
          <ac:spMkLst>
            <pc:docMk/>
            <pc:sldMk cId="2973553008" sldId="320"/>
            <ac:spMk id="8" creationId="{18A60095-C8EF-4BBA-9AFC-0AA25D1A4953}"/>
          </ac:spMkLst>
        </pc:spChg>
        <pc:spChg chg="add mod">
          <ac:chgData name="Yvonne Chen" userId="cdf6c2fa8f1ea833" providerId="LiveId" clId="{D93938F3-704F-42A1-93B2-D6272930A5FC}" dt="2026-08-18T14:36:02.061" v="2981" actId="20577"/>
          <ac:spMkLst>
            <pc:docMk/>
            <pc:sldMk cId="2973553008" sldId="320"/>
            <ac:spMk id="9" creationId="{9ABAF650-6D8F-49F9-973C-BEA0D342365E}"/>
          </ac:spMkLst>
        </pc:spChg>
        <pc:picChg chg="add mod ord">
          <ac:chgData name="Yvonne Chen" userId="cdf6c2fa8f1ea833" providerId="LiveId" clId="{D93938F3-704F-42A1-93B2-D6272930A5FC}" dt="2026-08-18T14:02:33.291" v="1731" actId="1076"/>
          <ac:picMkLst>
            <pc:docMk/>
            <pc:sldMk cId="2973553008" sldId="320"/>
            <ac:picMk id="6" creationId="{3781F313-E7E3-4DDE-93EE-CA72AFEDAE84}"/>
          </ac:picMkLst>
        </pc:picChg>
      </pc:sldChg>
      <pc:sldChg chg="modSp new mod">
        <pc:chgData name="Yvonne Chen" userId="cdf6c2fa8f1ea833" providerId="LiveId" clId="{D93938F3-704F-42A1-93B2-D6272930A5FC}" dt="2026-08-18T14:36:38.650" v="3006" actId="20577"/>
        <pc:sldMkLst>
          <pc:docMk/>
          <pc:sldMk cId="2516555416" sldId="321"/>
        </pc:sldMkLst>
        <pc:spChg chg="mod">
          <ac:chgData name="Yvonne Chen" userId="cdf6c2fa8f1ea833" providerId="LiveId" clId="{D93938F3-704F-42A1-93B2-D6272930A5FC}" dt="2026-08-18T14:04:54.089" v="1864" actId="404"/>
          <ac:spMkLst>
            <pc:docMk/>
            <pc:sldMk cId="2516555416" sldId="321"/>
            <ac:spMk id="2" creationId="{7A40DFFE-47A9-42A1-AB91-255668E4F2DD}"/>
          </ac:spMkLst>
        </pc:spChg>
        <pc:spChg chg="mod">
          <ac:chgData name="Yvonne Chen" userId="cdf6c2fa8f1ea833" providerId="LiveId" clId="{D93938F3-704F-42A1-93B2-D6272930A5FC}" dt="2026-08-18T14:36:38.650" v="3006" actId="20577"/>
          <ac:spMkLst>
            <pc:docMk/>
            <pc:sldMk cId="2516555416" sldId="321"/>
            <ac:spMk id="4" creationId="{FD92033F-D98F-4930-A15C-B43F8C7BAF5D}"/>
          </ac:spMkLst>
        </pc:spChg>
      </pc:sldChg>
      <pc:sldChg chg="addSp modSp new mod modClrScheme chgLayout">
        <pc:chgData name="Yvonne Chen" userId="cdf6c2fa8f1ea833" providerId="LiveId" clId="{D93938F3-704F-42A1-93B2-D6272930A5FC}" dt="2026-08-18T14:37:47.974" v="3052" actId="58"/>
        <pc:sldMkLst>
          <pc:docMk/>
          <pc:sldMk cId="3415577864" sldId="322"/>
        </pc:sldMkLst>
        <pc:spChg chg="mod ord">
          <ac:chgData name="Yvonne Chen" userId="cdf6c2fa8f1ea833" providerId="LiveId" clId="{D93938F3-704F-42A1-93B2-D6272930A5FC}" dt="2026-08-18T14:16:16.279" v="2375" actId="700"/>
          <ac:spMkLst>
            <pc:docMk/>
            <pc:sldMk cId="3415577864" sldId="322"/>
            <ac:spMk id="2" creationId="{A4E6E02C-381C-4FE0-981B-50F59F485D9B}"/>
          </ac:spMkLst>
        </pc:spChg>
        <pc:spChg chg="mod ord">
          <ac:chgData name="Yvonne Chen" userId="cdf6c2fa8f1ea833" providerId="LiveId" clId="{D93938F3-704F-42A1-93B2-D6272930A5FC}" dt="2026-08-18T14:16:16.279" v="2375" actId="700"/>
          <ac:spMkLst>
            <pc:docMk/>
            <pc:sldMk cId="3415577864" sldId="322"/>
            <ac:spMk id="3" creationId="{2564B4BE-25AB-43F3-9DA0-6B9D321814BE}"/>
          </ac:spMkLst>
        </pc:spChg>
        <pc:spChg chg="mod ord">
          <ac:chgData name="Yvonne Chen" userId="cdf6c2fa8f1ea833" providerId="LiveId" clId="{D93938F3-704F-42A1-93B2-D6272930A5FC}" dt="2026-08-18T14:37:47.974" v="3052" actId="58"/>
          <ac:spMkLst>
            <pc:docMk/>
            <pc:sldMk cId="3415577864" sldId="322"/>
            <ac:spMk id="4" creationId="{B275B985-E08E-4BBF-82D6-92B7AD104AD1}"/>
          </ac:spMkLst>
        </pc:spChg>
        <pc:spChg chg="add mod ord">
          <ac:chgData name="Yvonne Chen" userId="cdf6c2fa8f1ea833" providerId="LiveId" clId="{D93938F3-704F-42A1-93B2-D6272930A5FC}" dt="2026-08-18T14:16:33.359" v="2393" actId="1036"/>
          <ac:spMkLst>
            <pc:docMk/>
            <pc:sldMk cId="3415577864" sldId="322"/>
            <ac:spMk id="5" creationId="{4E8A382E-04BC-4BEC-95B4-7D330224B1F6}"/>
          </ac:spMkLst>
        </pc:spChg>
        <pc:spChg chg="add mod ord">
          <ac:chgData name="Yvonne Chen" userId="cdf6c2fa8f1ea833" providerId="LiveId" clId="{D93938F3-704F-42A1-93B2-D6272930A5FC}" dt="2026-08-18T14:16:28.574" v="2383" actId="20577"/>
          <ac:spMkLst>
            <pc:docMk/>
            <pc:sldMk cId="3415577864" sldId="322"/>
            <ac:spMk id="6" creationId="{426CEF11-DB73-4FBE-B7D9-6D6A30155904}"/>
          </ac:spMkLst>
        </pc:spChg>
        <pc:spChg chg="add mod ord">
          <ac:chgData name="Yvonne Chen" userId="cdf6c2fa8f1ea833" providerId="LiveId" clId="{D93938F3-704F-42A1-93B2-D6272930A5FC}" dt="2026-08-18T14:37:16.713" v="3020" actId="27636"/>
          <ac:spMkLst>
            <pc:docMk/>
            <pc:sldMk cId="3415577864" sldId="322"/>
            <ac:spMk id="7" creationId="{1FA2C593-A9B6-4DB3-BC54-B7C79ABD9E2B}"/>
          </ac:spMkLst>
        </pc:spChg>
      </pc:sldChg>
      <pc:sldChg chg="addSp delSp modSp new mod">
        <pc:chgData name="Yvonne Chen" userId="cdf6c2fa8f1ea833" providerId="LiveId" clId="{D93938F3-704F-42A1-93B2-D6272930A5FC}" dt="2026-08-18T14:39:10.884" v="3066"/>
        <pc:sldMkLst>
          <pc:docMk/>
          <pc:sldMk cId="719853272" sldId="323"/>
        </pc:sldMkLst>
        <pc:spChg chg="mod">
          <ac:chgData name="Yvonne Chen" userId="cdf6c2fa8f1ea833" providerId="LiveId" clId="{D93938F3-704F-42A1-93B2-D6272930A5FC}" dt="2026-08-18T14:23:25.837" v="2561" actId="20577"/>
          <ac:spMkLst>
            <pc:docMk/>
            <pc:sldMk cId="719853272" sldId="323"/>
            <ac:spMk id="2" creationId="{8AFA23C6-BCFA-446E-9A91-1BFD18234F6C}"/>
          </ac:spMkLst>
        </pc:spChg>
        <pc:spChg chg="mod">
          <ac:chgData name="Yvonne Chen" userId="cdf6c2fa8f1ea833" providerId="LiveId" clId="{D93938F3-704F-42A1-93B2-D6272930A5FC}" dt="2026-08-18T14:24:26.910" v="2691" actId="20577"/>
          <ac:spMkLst>
            <pc:docMk/>
            <pc:sldMk cId="719853272" sldId="323"/>
            <ac:spMk id="4" creationId="{FADD6EB6-FC07-4250-9CBA-C661FBC55E40}"/>
          </ac:spMkLst>
        </pc:spChg>
        <pc:spChg chg="add del mod">
          <ac:chgData name="Yvonne Chen" userId="cdf6c2fa8f1ea833" providerId="LiveId" clId="{D93938F3-704F-42A1-93B2-D6272930A5FC}" dt="2026-08-18T14:39:10.884" v="3066"/>
          <ac:spMkLst>
            <pc:docMk/>
            <pc:sldMk cId="719853272" sldId="323"/>
            <ac:spMk id="5" creationId="{A1070D31-8212-4D49-AA82-BF69A49B958B}"/>
          </ac:spMkLst>
        </pc:spChg>
        <pc:spChg chg="add del mod">
          <ac:chgData name="Yvonne Chen" userId="cdf6c2fa8f1ea833" providerId="LiveId" clId="{D93938F3-704F-42A1-93B2-D6272930A5FC}" dt="2026-08-18T14:39:10.884" v="3066"/>
          <ac:spMkLst>
            <pc:docMk/>
            <pc:sldMk cId="719853272" sldId="323"/>
            <ac:spMk id="6" creationId="{9162030B-B07E-4571-8E89-EFFECABC30CA}"/>
          </ac:spMkLst>
        </pc:spChg>
        <pc:spChg chg="add del mod">
          <ac:chgData name="Yvonne Chen" userId="cdf6c2fa8f1ea833" providerId="LiveId" clId="{D93938F3-704F-42A1-93B2-D6272930A5FC}" dt="2026-08-18T14:39:10.884" v="3066"/>
          <ac:spMkLst>
            <pc:docMk/>
            <pc:sldMk cId="719853272" sldId="323"/>
            <ac:spMk id="7" creationId="{0D341510-B4C9-4A9F-9BED-1502FE30B881}"/>
          </ac:spMkLst>
        </pc:spChg>
        <pc:spChg chg="add del mod">
          <ac:chgData name="Yvonne Chen" userId="cdf6c2fa8f1ea833" providerId="LiveId" clId="{D93938F3-704F-42A1-93B2-D6272930A5FC}" dt="2026-08-18T14:39:10.884" v="3066"/>
          <ac:spMkLst>
            <pc:docMk/>
            <pc:sldMk cId="719853272" sldId="323"/>
            <ac:spMk id="8" creationId="{7B966757-55A1-46B7-8797-5900563D6113}"/>
          </ac:spMkLst>
        </pc:spChg>
        <pc:spChg chg="add del mod">
          <ac:chgData name="Yvonne Chen" userId="cdf6c2fa8f1ea833" providerId="LiveId" clId="{D93938F3-704F-42A1-93B2-D6272930A5FC}" dt="2026-08-18T14:39:10.884" v="3066"/>
          <ac:spMkLst>
            <pc:docMk/>
            <pc:sldMk cId="719853272" sldId="323"/>
            <ac:spMk id="9" creationId="{DF4FB12D-080B-4C52-BCB8-7756A48694B8}"/>
          </ac:spMkLst>
        </pc:spChg>
        <pc:spChg chg="add del mod">
          <ac:chgData name="Yvonne Chen" userId="cdf6c2fa8f1ea833" providerId="LiveId" clId="{D93938F3-704F-42A1-93B2-D6272930A5FC}" dt="2026-08-18T14:39:10.884" v="3066"/>
          <ac:spMkLst>
            <pc:docMk/>
            <pc:sldMk cId="719853272" sldId="323"/>
            <ac:spMk id="10" creationId="{25EF01FB-0786-4425-B29C-FAEA647D4A53}"/>
          </ac:spMkLst>
        </pc:spChg>
        <pc:spChg chg="add del mod">
          <ac:chgData name="Yvonne Chen" userId="cdf6c2fa8f1ea833" providerId="LiveId" clId="{D93938F3-704F-42A1-93B2-D6272930A5FC}" dt="2026-08-18T14:39:10.884" v="3066"/>
          <ac:spMkLst>
            <pc:docMk/>
            <pc:sldMk cId="719853272" sldId="323"/>
            <ac:spMk id="11" creationId="{B48AC84D-30E1-4D38-B0F6-98E5B7AFE8E2}"/>
          </ac:spMkLst>
        </pc:spChg>
        <pc:spChg chg="add del mod">
          <ac:chgData name="Yvonne Chen" userId="cdf6c2fa8f1ea833" providerId="LiveId" clId="{D93938F3-704F-42A1-93B2-D6272930A5FC}" dt="2026-08-18T14:39:10.884" v="3066"/>
          <ac:spMkLst>
            <pc:docMk/>
            <pc:sldMk cId="719853272" sldId="323"/>
            <ac:spMk id="12" creationId="{F9955980-DA97-42AD-92A6-C6CEED6C7E26}"/>
          </ac:spMkLst>
        </pc:spChg>
        <pc:spChg chg="add del mod">
          <ac:chgData name="Yvonne Chen" userId="cdf6c2fa8f1ea833" providerId="LiveId" clId="{D93938F3-704F-42A1-93B2-D6272930A5FC}" dt="2026-08-18T14:39:10.884" v="3066"/>
          <ac:spMkLst>
            <pc:docMk/>
            <pc:sldMk cId="719853272" sldId="323"/>
            <ac:spMk id="14" creationId="{3ED564E4-94CA-40D7-BE46-A65B3636CAD5}"/>
          </ac:spMkLst>
        </pc:spChg>
        <pc:spChg chg="add del mod">
          <ac:chgData name="Yvonne Chen" userId="cdf6c2fa8f1ea833" providerId="LiveId" clId="{D93938F3-704F-42A1-93B2-D6272930A5FC}" dt="2026-08-18T14:39:10.884" v="3066"/>
          <ac:spMkLst>
            <pc:docMk/>
            <pc:sldMk cId="719853272" sldId="323"/>
            <ac:spMk id="15" creationId="{FC564F16-9BE4-4B2A-BEC9-1892E612281E}"/>
          </ac:spMkLst>
        </pc:spChg>
        <pc:spChg chg="add del mod">
          <ac:chgData name="Yvonne Chen" userId="cdf6c2fa8f1ea833" providerId="LiveId" clId="{D93938F3-704F-42A1-93B2-D6272930A5FC}" dt="2026-08-18T14:39:10.884" v="3066"/>
          <ac:spMkLst>
            <pc:docMk/>
            <pc:sldMk cId="719853272" sldId="323"/>
            <ac:spMk id="17" creationId="{69643CD6-EF34-4D10-8333-AADE1321F1B1}"/>
          </ac:spMkLst>
        </pc:spChg>
        <pc:spChg chg="add del mod">
          <ac:chgData name="Yvonne Chen" userId="cdf6c2fa8f1ea833" providerId="LiveId" clId="{D93938F3-704F-42A1-93B2-D6272930A5FC}" dt="2026-08-18T14:39:10.884" v="3066"/>
          <ac:spMkLst>
            <pc:docMk/>
            <pc:sldMk cId="719853272" sldId="323"/>
            <ac:spMk id="18" creationId="{CF7DAF9E-99D2-4E30-8641-6212C2556F88}"/>
          </ac:spMkLst>
        </pc:spChg>
        <pc:spChg chg="add del mod">
          <ac:chgData name="Yvonne Chen" userId="cdf6c2fa8f1ea833" providerId="LiveId" clId="{D93938F3-704F-42A1-93B2-D6272930A5FC}" dt="2026-08-18T14:39:10.884" v="3066"/>
          <ac:spMkLst>
            <pc:docMk/>
            <pc:sldMk cId="719853272" sldId="323"/>
            <ac:spMk id="19" creationId="{E967A3EE-F57C-45CB-B582-A025C0787665}"/>
          </ac:spMkLst>
        </pc:spChg>
        <pc:cxnChg chg="add del mod">
          <ac:chgData name="Yvonne Chen" userId="cdf6c2fa8f1ea833" providerId="LiveId" clId="{D93938F3-704F-42A1-93B2-D6272930A5FC}" dt="2026-08-18T14:39:10.884" v="3066"/>
          <ac:cxnSpMkLst>
            <pc:docMk/>
            <pc:sldMk cId="719853272" sldId="323"/>
            <ac:cxnSpMk id="13" creationId="{97774688-D8A3-42FC-B031-4E93BF2B2A49}"/>
          </ac:cxnSpMkLst>
        </pc:cxnChg>
        <pc:cxnChg chg="add del mod">
          <ac:chgData name="Yvonne Chen" userId="cdf6c2fa8f1ea833" providerId="LiveId" clId="{D93938F3-704F-42A1-93B2-D6272930A5FC}" dt="2026-08-18T14:39:10.884" v="3066"/>
          <ac:cxnSpMkLst>
            <pc:docMk/>
            <pc:sldMk cId="719853272" sldId="323"/>
            <ac:cxnSpMk id="16" creationId="{E6A06C3B-5E35-4335-A40D-D16F102AE429}"/>
          </ac:cxnSpMkLst>
        </pc:cxnChg>
      </pc:sldChg>
      <pc:sldChg chg="addSp delSp modSp new mod modClrScheme chgLayout">
        <pc:chgData name="Yvonne Chen" userId="cdf6c2fa8f1ea833" providerId="LiveId" clId="{D93938F3-704F-42A1-93B2-D6272930A5FC}" dt="2026-08-18T14:28:19.210" v="2831" actId="1076"/>
        <pc:sldMkLst>
          <pc:docMk/>
          <pc:sldMk cId="1015503595" sldId="324"/>
        </pc:sldMkLst>
        <pc:spChg chg="mod ord">
          <ac:chgData name="Yvonne Chen" userId="cdf6c2fa8f1ea833" providerId="LiveId" clId="{D93938F3-704F-42A1-93B2-D6272930A5FC}" dt="2026-08-18T14:25:28.616" v="2772" actId="700"/>
          <ac:spMkLst>
            <pc:docMk/>
            <pc:sldMk cId="1015503595" sldId="324"/>
            <ac:spMk id="2" creationId="{934C6052-F15E-45AA-9199-57D6E9ABE838}"/>
          </ac:spMkLst>
        </pc:spChg>
        <pc:spChg chg="mod ord">
          <ac:chgData name="Yvonne Chen" userId="cdf6c2fa8f1ea833" providerId="LiveId" clId="{D93938F3-704F-42A1-93B2-D6272930A5FC}" dt="2026-08-18T14:25:28.616" v="2772" actId="700"/>
          <ac:spMkLst>
            <pc:docMk/>
            <pc:sldMk cId="1015503595" sldId="324"/>
            <ac:spMk id="3" creationId="{BB59190E-4D02-4FB1-98B6-823CE7F562BF}"/>
          </ac:spMkLst>
        </pc:spChg>
        <pc:spChg chg="del mod ord">
          <ac:chgData name="Yvonne Chen" userId="cdf6c2fa8f1ea833" providerId="LiveId" clId="{D93938F3-704F-42A1-93B2-D6272930A5FC}" dt="2026-08-18T14:25:24.227" v="2771" actId="700"/>
          <ac:spMkLst>
            <pc:docMk/>
            <pc:sldMk cId="1015503595" sldId="324"/>
            <ac:spMk id="4" creationId="{DD1AE2A2-85DD-4FD7-A7A8-AF48B1E8B55E}"/>
          </ac:spMkLst>
        </pc:spChg>
        <pc:spChg chg="add del mod ord">
          <ac:chgData name="Yvonne Chen" userId="cdf6c2fa8f1ea833" providerId="LiveId" clId="{D93938F3-704F-42A1-93B2-D6272930A5FC}" dt="2026-08-18T14:25:28.616" v="2772" actId="700"/>
          <ac:spMkLst>
            <pc:docMk/>
            <pc:sldMk cId="1015503595" sldId="324"/>
            <ac:spMk id="5" creationId="{FFB65BAF-958C-4358-BFC5-FE4EABD70DEC}"/>
          </ac:spMkLst>
        </pc:spChg>
        <pc:spChg chg="add del mod ord">
          <ac:chgData name="Yvonne Chen" userId="cdf6c2fa8f1ea833" providerId="LiveId" clId="{D93938F3-704F-42A1-93B2-D6272930A5FC}" dt="2026-08-18T14:25:33.734" v="2773"/>
          <ac:spMkLst>
            <pc:docMk/>
            <pc:sldMk cId="1015503595" sldId="324"/>
            <ac:spMk id="6" creationId="{CC1D05BD-D26B-409F-8D47-07F9CAB4BDA8}"/>
          </ac:spMkLst>
        </pc:spChg>
        <pc:graphicFrameChg chg="add mod modGraphic">
          <ac:chgData name="Yvonne Chen" userId="cdf6c2fa8f1ea833" providerId="LiveId" clId="{D93938F3-704F-42A1-93B2-D6272930A5FC}" dt="2026-08-18T14:28:19.210" v="2831" actId="1076"/>
          <ac:graphicFrameMkLst>
            <pc:docMk/>
            <pc:sldMk cId="1015503595" sldId="324"/>
            <ac:graphicFrameMk id="7" creationId="{3F05874B-6973-465A-8A23-464263B1B435}"/>
          </ac:graphicFrameMkLst>
        </pc:graphicFrameChg>
      </pc:sldChg>
      <pc:sldChg chg="addSp delSp modSp new mod">
        <pc:chgData name="Yvonne Chen" userId="cdf6c2fa8f1ea833" providerId="LiveId" clId="{D93938F3-704F-42A1-93B2-D6272930A5FC}" dt="2026-08-18T14:41:25.268" v="3283" actId="5793"/>
        <pc:sldMkLst>
          <pc:docMk/>
          <pc:sldMk cId="2854008784" sldId="325"/>
        </pc:sldMkLst>
        <pc:spChg chg="mod">
          <ac:chgData name="Yvonne Chen" userId="cdf6c2fa8f1ea833" providerId="LiveId" clId="{D93938F3-704F-42A1-93B2-D6272930A5FC}" dt="2026-08-18T14:39:42.903" v="3091" actId="20577"/>
          <ac:spMkLst>
            <pc:docMk/>
            <pc:sldMk cId="2854008784" sldId="325"/>
            <ac:spMk id="2" creationId="{29D493D5-D1F9-4C87-88B5-0EF74C927809}"/>
          </ac:spMkLst>
        </pc:spChg>
        <pc:spChg chg="add del mod">
          <ac:chgData name="Yvonne Chen" userId="cdf6c2fa8f1ea833" providerId="LiveId" clId="{D93938F3-704F-42A1-93B2-D6272930A5FC}" dt="2026-08-18T14:41:25.268" v="3283" actId="5793"/>
          <ac:spMkLst>
            <pc:docMk/>
            <pc:sldMk cId="2854008784" sldId="325"/>
            <ac:spMk id="3" creationId="{011E7282-3DF2-463A-9583-4559B1343053}"/>
          </ac:spMkLst>
        </pc:spChg>
        <pc:spChg chg="add del mod">
          <ac:chgData name="Yvonne Chen" userId="cdf6c2fa8f1ea833" providerId="LiveId" clId="{D93938F3-704F-42A1-93B2-D6272930A5FC}" dt="2026-08-18T14:30:00.387" v="2893"/>
          <ac:spMkLst>
            <pc:docMk/>
            <pc:sldMk cId="2854008784" sldId="325"/>
            <ac:spMk id="5" creationId="{61ABF812-97A5-4C9E-91F2-BB8B4053229C}"/>
          </ac:spMkLst>
        </pc:spChg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3327252733" sldId="334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2628029411" sldId="335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218649332" sldId="336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2834908194" sldId="337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1075440176" sldId="338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1589295804" sldId="339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1301358376" sldId="340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1402666953" sldId="341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2611708327" sldId="342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2795527282" sldId="343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958081584" sldId="344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486950860" sldId="345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1959221819" sldId="346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2854110401" sldId="347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1399092440" sldId="348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1256424119" sldId="349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379787424" sldId="351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309191292" sldId="352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3271103945" sldId="353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935602270" sldId="412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1908266950" sldId="413"/>
        </pc:sldMkLst>
      </pc:sldChg>
      <pc:sldChg chg="del">
        <pc:chgData name="Yvonne Chen" userId="cdf6c2fa8f1ea833" providerId="LiveId" clId="{D93938F3-704F-42A1-93B2-D6272930A5FC}" dt="2026-08-18T13:18:11.125" v="62" actId="47"/>
        <pc:sldMkLst>
          <pc:docMk/>
          <pc:sldMk cId="3487334698" sldId="43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9A0D2F-472B-4C2A-8526-4FDBDB513BE2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420A72F6-4BCC-4C9D-ABE9-36D7DC7A7115}">
      <dgm:prSet phldrT="[Text]" custT="1"/>
      <dgm:spPr/>
      <dgm:t>
        <a:bodyPr/>
        <a:lstStyle/>
        <a:p>
          <a:r>
            <a:rPr lang="en-CA" altLang="zh-TW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Input</a:t>
          </a:r>
        </a:p>
        <a:p>
          <a:r>
            <a:rPr lang="en-CA" altLang="zh-TW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[14 x 240]</a:t>
          </a:r>
          <a:endParaRPr lang="zh-TW" altLang="en-US" sz="1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61AA31B-1A94-447E-8038-1B6C743594C3}" type="parTrans" cxnId="{C8444705-5260-4806-883F-065B42E757CE}">
      <dgm:prSet/>
      <dgm:spPr/>
      <dgm:t>
        <a:bodyPr/>
        <a:lstStyle/>
        <a:p>
          <a:endParaRPr lang="zh-TW" altLang="en-US"/>
        </a:p>
      </dgm:t>
    </dgm:pt>
    <dgm:pt modelId="{F15DE35A-8525-421A-9383-8A587EF8B41D}" type="sibTrans" cxnId="{C8444705-5260-4806-883F-065B42E757CE}">
      <dgm:prSet/>
      <dgm:spPr/>
      <dgm:t>
        <a:bodyPr/>
        <a:lstStyle/>
        <a:p>
          <a:endParaRPr lang="zh-TW" altLang="en-US"/>
        </a:p>
      </dgm:t>
    </dgm:pt>
    <dgm:pt modelId="{4AA5A2B9-E250-4F00-B3E9-A8772C8AD0F9}">
      <dgm:prSet phldrT="[Text]" custT="1"/>
      <dgm:spPr/>
      <dgm:t>
        <a:bodyPr/>
        <a:lstStyle/>
        <a:p>
          <a:r>
            <a:rPr lang="en-CA" altLang="zh-TW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Conv1D</a:t>
          </a:r>
        </a:p>
        <a:p>
          <a:r>
            <a:rPr lang="en-US" altLang="zh-TW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[32 x 120]</a:t>
          </a:r>
          <a:endParaRPr lang="zh-TW" altLang="en-US" sz="1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49ED792-9D11-499F-B8B8-D462A6999945}" type="parTrans" cxnId="{9976F5E2-E2BE-4EF8-A601-AA8EA80B7243}">
      <dgm:prSet/>
      <dgm:spPr/>
      <dgm:t>
        <a:bodyPr/>
        <a:lstStyle/>
        <a:p>
          <a:endParaRPr lang="zh-TW" altLang="en-US"/>
        </a:p>
      </dgm:t>
    </dgm:pt>
    <dgm:pt modelId="{C99BEAF0-F085-4586-84FE-22AE88F43AB3}" type="sibTrans" cxnId="{9976F5E2-E2BE-4EF8-A601-AA8EA80B7243}">
      <dgm:prSet/>
      <dgm:spPr/>
      <dgm:t>
        <a:bodyPr/>
        <a:lstStyle/>
        <a:p>
          <a:endParaRPr lang="zh-TW" altLang="en-US"/>
        </a:p>
      </dgm:t>
    </dgm:pt>
    <dgm:pt modelId="{9540C8D2-CA0E-4650-879D-2937E08BF323}">
      <dgm:prSet phldrT="[Text]" custT="1"/>
      <dgm:spPr/>
      <dgm:t>
        <a:bodyPr/>
        <a:lstStyle/>
        <a:p>
          <a:r>
            <a:rPr lang="en-CA" altLang="zh-TW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Conv1D</a:t>
          </a:r>
        </a:p>
        <a:p>
          <a:r>
            <a:rPr lang="en-US" altLang="zh-TW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[64 x 60]</a:t>
          </a:r>
          <a:endParaRPr lang="zh-TW" altLang="en-US" sz="1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57721B1-20EE-4FD9-B904-41266A35AD90}" type="parTrans" cxnId="{3B57C4CC-5A65-4519-9283-ABA27CEAD45D}">
      <dgm:prSet/>
      <dgm:spPr/>
      <dgm:t>
        <a:bodyPr/>
        <a:lstStyle/>
        <a:p>
          <a:endParaRPr lang="zh-TW" altLang="en-US"/>
        </a:p>
      </dgm:t>
    </dgm:pt>
    <dgm:pt modelId="{A3BA0EAC-91BD-429A-8F71-25799CCD9FF6}" type="sibTrans" cxnId="{3B57C4CC-5A65-4519-9283-ABA27CEAD45D}">
      <dgm:prSet/>
      <dgm:spPr/>
      <dgm:t>
        <a:bodyPr/>
        <a:lstStyle/>
        <a:p>
          <a:endParaRPr lang="zh-TW" altLang="en-US"/>
        </a:p>
      </dgm:t>
    </dgm:pt>
    <dgm:pt modelId="{F7A496B1-ADF0-4665-B406-437019DFDF3B}">
      <dgm:prSet custT="1"/>
      <dgm:spPr/>
      <dgm:t>
        <a:bodyPr/>
        <a:lstStyle/>
        <a:p>
          <a:r>
            <a:rPr lang="en-CA" altLang="zh-TW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Conv1D</a:t>
          </a:r>
        </a:p>
        <a:p>
          <a:r>
            <a:rPr lang="en-US" altLang="zh-TW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[128 x 60]</a:t>
          </a:r>
          <a:endParaRPr lang="zh-TW" altLang="en-US" sz="1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53BC848-9F7E-4D3F-8A92-2DEB17DF1DC1}" type="parTrans" cxnId="{4F953138-194D-41B5-865D-42D8BC6EC04D}">
      <dgm:prSet/>
      <dgm:spPr/>
      <dgm:t>
        <a:bodyPr/>
        <a:lstStyle/>
        <a:p>
          <a:endParaRPr lang="zh-TW" altLang="en-US"/>
        </a:p>
      </dgm:t>
    </dgm:pt>
    <dgm:pt modelId="{D67BD227-75ED-4FAD-90EE-19F0C3BA35AF}" type="sibTrans" cxnId="{4F953138-194D-41B5-865D-42D8BC6EC04D}">
      <dgm:prSet/>
      <dgm:spPr/>
      <dgm:t>
        <a:bodyPr/>
        <a:lstStyle/>
        <a:p>
          <a:endParaRPr lang="zh-TW" altLang="en-US"/>
        </a:p>
      </dgm:t>
    </dgm:pt>
    <dgm:pt modelId="{1E8E7C5A-6045-4458-AC65-6A58EDC166C3}">
      <dgm:prSet custT="1"/>
      <dgm:spPr/>
      <dgm:t>
        <a:bodyPr/>
        <a:lstStyle/>
        <a:p>
          <a:r>
            <a:rPr lang="en-CA" altLang="zh-TW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Global</a:t>
          </a:r>
        </a:p>
        <a:p>
          <a:r>
            <a:rPr lang="en-CA" altLang="zh-TW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Average</a:t>
          </a:r>
        </a:p>
        <a:p>
          <a:r>
            <a:rPr lang="en-CA" altLang="zh-TW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Pooling</a:t>
          </a:r>
        </a:p>
        <a:p>
          <a:r>
            <a:rPr lang="en-US" altLang="zh-TW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[128 x 1]</a:t>
          </a:r>
          <a:endParaRPr lang="zh-TW" altLang="en-US" sz="1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74B49FD-7AA4-4224-8BD1-E138244F5943}" type="parTrans" cxnId="{8A8C617C-50E7-4E77-A8AD-6DE0CF56896E}">
      <dgm:prSet/>
      <dgm:spPr/>
      <dgm:t>
        <a:bodyPr/>
        <a:lstStyle/>
        <a:p>
          <a:endParaRPr lang="zh-TW" altLang="en-US"/>
        </a:p>
      </dgm:t>
    </dgm:pt>
    <dgm:pt modelId="{02F1C1C1-E5B8-405E-8A7A-CC070F14EA0C}" type="sibTrans" cxnId="{8A8C617C-50E7-4E77-A8AD-6DE0CF56896E}">
      <dgm:prSet/>
      <dgm:spPr/>
      <dgm:t>
        <a:bodyPr/>
        <a:lstStyle/>
        <a:p>
          <a:endParaRPr lang="zh-TW" altLang="en-US"/>
        </a:p>
      </dgm:t>
    </dgm:pt>
    <dgm:pt modelId="{275F2D1E-F338-47E6-9FDC-8C9B80B27669}">
      <dgm:prSet custT="1"/>
      <dgm:spPr/>
      <dgm:t>
        <a:bodyPr/>
        <a:lstStyle/>
        <a:p>
          <a:r>
            <a:rPr lang="en-CA" altLang="zh-TW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Fully</a:t>
          </a:r>
        </a:p>
        <a:p>
          <a:r>
            <a:rPr lang="en-CA" altLang="zh-TW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Connected</a:t>
          </a:r>
        </a:p>
        <a:p>
          <a:r>
            <a:rPr lang="en-CA" altLang="zh-TW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128 → 64</a:t>
          </a:r>
          <a:endParaRPr lang="zh-TW" altLang="en-US" sz="12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EF6BFB8-CBB9-40FB-8885-C3FA213F6199}" type="parTrans" cxnId="{A17B15B3-BAC2-45EE-B8C7-0E439524F66D}">
      <dgm:prSet/>
      <dgm:spPr/>
      <dgm:t>
        <a:bodyPr/>
        <a:lstStyle/>
        <a:p>
          <a:endParaRPr lang="zh-TW" altLang="en-US"/>
        </a:p>
      </dgm:t>
    </dgm:pt>
    <dgm:pt modelId="{897A0B47-9DD4-4708-B895-A9559BA22552}" type="sibTrans" cxnId="{A17B15B3-BAC2-45EE-B8C7-0E439524F66D}">
      <dgm:prSet/>
      <dgm:spPr/>
      <dgm:t>
        <a:bodyPr/>
        <a:lstStyle/>
        <a:p>
          <a:endParaRPr lang="zh-TW" altLang="en-US"/>
        </a:p>
      </dgm:t>
    </dgm:pt>
    <dgm:pt modelId="{C8E45289-76AB-42F3-977A-6D618A7E80CE}">
      <dgm:prSet custT="1"/>
      <dgm:spPr/>
      <dgm:t>
        <a:bodyPr/>
        <a:lstStyle/>
        <a:p>
          <a:r>
            <a:rPr lang="en-US" altLang="zh-TW" sz="1600" dirty="0">
              <a:latin typeface="Calibri" panose="020F0502020204030204" pitchFamily="34" charset="0"/>
              <a:cs typeface="Calibri" panose="020F0502020204030204" pitchFamily="34" charset="0"/>
            </a:rPr>
            <a:t>Output</a:t>
          </a:r>
        </a:p>
        <a:p>
          <a:r>
            <a:rPr lang="en-US" altLang="zh-TW" sz="1600" dirty="0">
              <a:latin typeface="Calibri" panose="020F0502020204030204" pitchFamily="34" charset="0"/>
              <a:cs typeface="Calibri" panose="020F0502020204030204" pitchFamily="34" charset="0"/>
            </a:rPr>
            <a:t>[5]</a:t>
          </a:r>
          <a:endParaRPr lang="zh-TW" altLang="en-US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FB9DF4D-19AC-4A2F-A5AF-24B066E6B780}" type="parTrans" cxnId="{FBB88181-5848-4C7E-89E8-E6555D6A93F0}">
      <dgm:prSet/>
      <dgm:spPr/>
      <dgm:t>
        <a:bodyPr/>
        <a:lstStyle/>
        <a:p>
          <a:endParaRPr lang="zh-TW" altLang="en-US"/>
        </a:p>
      </dgm:t>
    </dgm:pt>
    <dgm:pt modelId="{94FC0988-8FC6-4E67-9B5B-308B9B996E10}" type="sibTrans" cxnId="{FBB88181-5848-4C7E-89E8-E6555D6A93F0}">
      <dgm:prSet/>
      <dgm:spPr/>
      <dgm:t>
        <a:bodyPr/>
        <a:lstStyle/>
        <a:p>
          <a:endParaRPr lang="zh-TW" altLang="en-US"/>
        </a:p>
      </dgm:t>
    </dgm:pt>
    <dgm:pt modelId="{C5C8E4BD-3AD6-4107-9EBF-DBC0E28346F0}" type="pres">
      <dgm:prSet presAssocID="{349A0D2F-472B-4C2A-8526-4FDBDB513BE2}" presName="Name0" presStyleCnt="0">
        <dgm:presLayoutVars>
          <dgm:dir/>
          <dgm:resizeHandles val="exact"/>
        </dgm:presLayoutVars>
      </dgm:prSet>
      <dgm:spPr/>
    </dgm:pt>
    <dgm:pt modelId="{28DEDABD-5242-4387-8181-B7C54266F710}" type="pres">
      <dgm:prSet presAssocID="{420A72F6-4BCC-4C9D-ABE9-36D7DC7A7115}" presName="node" presStyleLbl="node1" presStyleIdx="0" presStyleCnt="7">
        <dgm:presLayoutVars>
          <dgm:bulletEnabled val="1"/>
        </dgm:presLayoutVars>
      </dgm:prSet>
      <dgm:spPr/>
    </dgm:pt>
    <dgm:pt modelId="{87619049-374D-481A-81DB-B3FE970EF73A}" type="pres">
      <dgm:prSet presAssocID="{F15DE35A-8525-421A-9383-8A587EF8B41D}" presName="sibTrans" presStyleLbl="sibTrans2D1" presStyleIdx="0" presStyleCnt="6"/>
      <dgm:spPr/>
    </dgm:pt>
    <dgm:pt modelId="{C6BDA580-4508-49E1-85BE-85DACF59C2DE}" type="pres">
      <dgm:prSet presAssocID="{F15DE35A-8525-421A-9383-8A587EF8B41D}" presName="connectorText" presStyleLbl="sibTrans2D1" presStyleIdx="0" presStyleCnt="6"/>
      <dgm:spPr/>
    </dgm:pt>
    <dgm:pt modelId="{8B44B2D9-D0CC-4B7B-94DA-D5772B9608A7}" type="pres">
      <dgm:prSet presAssocID="{4AA5A2B9-E250-4F00-B3E9-A8772C8AD0F9}" presName="node" presStyleLbl="node1" presStyleIdx="1" presStyleCnt="7">
        <dgm:presLayoutVars>
          <dgm:bulletEnabled val="1"/>
        </dgm:presLayoutVars>
      </dgm:prSet>
      <dgm:spPr/>
    </dgm:pt>
    <dgm:pt modelId="{116B0356-C7A8-4863-9591-A64DB47134B5}" type="pres">
      <dgm:prSet presAssocID="{C99BEAF0-F085-4586-84FE-22AE88F43AB3}" presName="sibTrans" presStyleLbl="sibTrans2D1" presStyleIdx="1" presStyleCnt="6"/>
      <dgm:spPr/>
    </dgm:pt>
    <dgm:pt modelId="{DCF8B4AF-9268-4E83-91F6-FA0B5A718DFC}" type="pres">
      <dgm:prSet presAssocID="{C99BEAF0-F085-4586-84FE-22AE88F43AB3}" presName="connectorText" presStyleLbl="sibTrans2D1" presStyleIdx="1" presStyleCnt="6"/>
      <dgm:spPr/>
    </dgm:pt>
    <dgm:pt modelId="{03DBF1A2-FFFF-426B-934D-B82EEE5AB381}" type="pres">
      <dgm:prSet presAssocID="{9540C8D2-CA0E-4650-879D-2937E08BF323}" presName="node" presStyleLbl="node1" presStyleIdx="2" presStyleCnt="7">
        <dgm:presLayoutVars>
          <dgm:bulletEnabled val="1"/>
        </dgm:presLayoutVars>
      </dgm:prSet>
      <dgm:spPr/>
    </dgm:pt>
    <dgm:pt modelId="{70AA2D26-07F9-4A6F-B354-2A1DF5D13EC7}" type="pres">
      <dgm:prSet presAssocID="{A3BA0EAC-91BD-429A-8F71-25799CCD9FF6}" presName="sibTrans" presStyleLbl="sibTrans2D1" presStyleIdx="2" presStyleCnt="6"/>
      <dgm:spPr/>
    </dgm:pt>
    <dgm:pt modelId="{A121796E-F293-47A9-843A-784711C9E19D}" type="pres">
      <dgm:prSet presAssocID="{A3BA0EAC-91BD-429A-8F71-25799CCD9FF6}" presName="connectorText" presStyleLbl="sibTrans2D1" presStyleIdx="2" presStyleCnt="6"/>
      <dgm:spPr/>
    </dgm:pt>
    <dgm:pt modelId="{79408BAC-DC10-4390-88EB-D063E8E957B4}" type="pres">
      <dgm:prSet presAssocID="{F7A496B1-ADF0-4665-B406-437019DFDF3B}" presName="node" presStyleLbl="node1" presStyleIdx="3" presStyleCnt="7">
        <dgm:presLayoutVars>
          <dgm:bulletEnabled val="1"/>
        </dgm:presLayoutVars>
      </dgm:prSet>
      <dgm:spPr/>
    </dgm:pt>
    <dgm:pt modelId="{29881041-7763-44CA-AD1D-33DB588FEB8F}" type="pres">
      <dgm:prSet presAssocID="{D67BD227-75ED-4FAD-90EE-19F0C3BA35AF}" presName="sibTrans" presStyleLbl="sibTrans2D1" presStyleIdx="3" presStyleCnt="6"/>
      <dgm:spPr/>
    </dgm:pt>
    <dgm:pt modelId="{99ECC8E2-4E0A-4C13-B6C6-2F2162DD782B}" type="pres">
      <dgm:prSet presAssocID="{D67BD227-75ED-4FAD-90EE-19F0C3BA35AF}" presName="connectorText" presStyleLbl="sibTrans2D1" presStyleIdx="3" presStyleCnt="6"/>
      <dgm:spPr/>
    </dgm:pt>
    <dgm:pt modelId="{B20040A3-293A-4A50-891A-FE7068CA6296}" type="pres">
      <dgm:prSet presAssocID="{1E8E7C5A-6045-4458-AC65-6A58EDC166C3}" presName="node" presStyleLbl="node1" presStyleIdx="4" presStyleCnt="7">
        <dgm:presLayoutVars>
          <dgm:bulletEnabled val="1"/>
        </dgm:presLayoutVars>
      </dgm:prSet>
      <dgm:spPr/>
    </dgm:pt>
    <dgm:pt modelId="{FB49E19D-83B3-4792-9894-4EED61CFDA43}" type="pres">
      <dgm:prSet presAssocID="{02F1C1C1-E5B8-405E-8A7A-CC070F14EA0C}" presName="sibTrans" presStyleLbl="sibTrans2D1" presStyleIdx="4" presStyleCnt="6"/>
      <dgm:spPr/>
    </dgm:pt>
    <dgm:pt modelId="{BA47DA0E-CEEC-416B-A945-0EFB52BF82E1}" type="pres">
      <dgm:prSet presAssocID="{02F1C1C1-E5B8-405E-8A7A-CC070F14EA0C}" presName="connectorText" presStyleLbl="sibTrans2D1" presStyleIdx="4" presStyleCnt="6"/>
      <dgm:spPr/>
    </dgm:pt>
    <dgm:pt modelId="{0D6CA42B-9DD9-4B4B-8645-BE8F81B06E46}" type="pres">
      <dgm:prSet presAssocID="{275F2D1E-F338-47E6-9FDC-8C9B80B27669}" presName="node" presStyleLbl="node1" presStyleIdx="5" presStyleCnt="7">
        <dgm:presLayoutVars>
          <dgm:bulletEnabled val="1"/>
        </dgm:presLayoutVars>
      </dgm:prSet>
      <dgm:spPr/>
    </dgm:pt>
    <dgm:pt modelId="{03E8B1B2-7303-433A-B8BF-4B374C3C0FA1}" type="pres">
      <dgm:prSet presAssocID="{897A0B47-9DD4-4708-B895-A9559BA22552}" presName="sibTrans" presStyleLbl="sibTrans2D1" presStyleIdx="5" presStyleCnt="6"/>
      <dgm:spPr/>
    </dgm:pt>
    <dgm:pt modelId="{BADF1643-8554-4F40-8B28-4BC5B4EA0D60}" type="pres">
      <dgm:prSet presAssocID="{897A0B47-9DD4-4708-B895-A9559BA22552}" presName="connectorText" presStyleLbl="sibTrans2D1" presStyleIdx="5" presStyleCnt="6"/>
      <dgm:spPr/>
    </dgm:pt>
    <dgm:pt modelId="{03D84D56-4B67-4F94-ABED-F375DEFCCA78}" type="pres">
      <dgm:prSet presAssocID="{C8E45289-76AB-42F3-977A-6D618A7E80CE}" presName="node" presStyleLbl="node1" presStyleIdx="6" presStyleCnt="7">
        <dgm:presLayoutVars>
          <dgm:bulletEnabled val="1"/>
        </dgm:presLayoutVars>
      </dgm:prSet>
      <dgm:spPr/>
    </dgm:pt>
  </dgm:ptLst>
  <dgm:cxnLst>
    <dgm:cxn modelId="{C8444705-5260-4806-883F-065B42E757CE}" srcId="{349A0D2F-472B-4C2A-8526-4FDBDB513BE2}" destId="{420A72F6-4BCC-4C9D-ABE9-36D7DC7A7115}" srcOrd="0" destOrd="0" parTransId="{161AA31B-1A94-447E-8038-1B6C743594C3}" sibTransId="{F15DE35A-8525-421A-9383-8A587EF8B41D}"/>
    <dgm:cxn modelId="{7DCFBF12-DFA1-4EB9-B78B-51E16B7A4B52}" type="presOf" srcId="{1E8E7C5A-6045-4458-AC65-6A58EDC166C3}" destId="{B20040A3-293A-4A50-891A-FE7068CA6296}" srcOrd="0" destOrd="0" presId="urn:microsoft.com/office/officeart/2005/8/layout/process1"/>
    <dgm:cxn modelId="{22A24420-40C6-44CC-B7FD-0CC1F478D2F6}" type="presOf" srcId="{897A0B47-9DD4-4708-B895-A9559BA22552}" destId="{03E8B1B2-7303-433A-B8BF-4B374C3C0FA1}" srcOrd="0" destOrd="0" presId="urn:microsoft.com/office/officeart/2005/8/layout/process1"/>
    <dgm:cxn modelId="{B46C6D24-EA0E-4B33-BBFD-24EBA69250C1}" type="presOf" srcId="{4AA5A2B9-E250-4F00-B3E9-A8772C8AD0F9}" destId="{8B44B2D9-D0CC-4B7B-94DA-D5772B9608A7}" srcOrd="0" destOrd="0" presId="urn:microsoft.com/office/officeart/2005/8/layout/process1"/>
    <dgm:cxn modelId="{FAA21B28-1C5B-41FE-A540-1AF8A10512EA}" type="presOf" srcId="{A3BA0EAC-91BD-429A-8F71-25799CCD9FF6}" destId="{70AA2D26-07F9-4A6F-B354-2A1DF5D13EC7}" srcOrd="0" destOrd="0" presId="urn:microsoft.com/office/officeart/2005/8/layout/process1"/>
    <dgm:cxn modelId="{980BBD2F-66BE-47A6-BC0D-730418D53D16}" type="presOf" srcId="{420A72F6-4BCC-4C9D-ABE9-36D7DC7A7115}" destId="{28DEDABD-5242-4387-8181-B7C54266F710}" srcOrd="0" destOrd="0" presId="urn:microsoft.com/office/officeart/2005/8/layout/process1"/>
    <dgm:cxn modelId="{4F953138-194D-41B5-865D-42D8BC6EC04D}" srcId="{349A0D2F-472B-4C2A-8526-4FDBDB513BE2}" destId="{F7A496B1-ADF0-4665-B406-437019DFDF3B}" srcOrd="3" destOrd="0" parTransId="{253BC848-9F7E-4D3F-8A92-2DEB17DF1DC1}" sibTransId="{D67BD227-75ED-4FAD-90EE-19F0C3BA35AF}"/>
    <dgm:cxn modelId="{DC8FE43A-6FAD-435E-861B-F8CB9F7E69F4}" type="presOf" srcId="{C99BEAF0-F085-4586-84FE-22AE88F43AB3}" destId="{116B0356-C7A8-4863-9591-A64DB47134B5}" srcOrd="0" destOrd="0" presId="urn:microsoft.com/office/officeart/2005/8/layout/process1"/>
    <dgm:cxn modelId="{2A5E1740-A8C4-4103-8540-4CB516721E7A}" type="presOf" srcId="{F15DE35A-8525-421A-9383-8A587EF8B41D}" destId="{C6BDA580-4508-49E1-85BE-85DACF59C2DE}" srcOrd="1" destOrd="0" presId="urn:microsoft.com/office/officeart/2005/8/layout/process1"/>
    <dgm:cxn modelId="{D0524F5B-F573-4948-9510-375168A1F823}" type="presOf" srcId="{897A0B47-9DD4-4708-B895-A9559BA22552}" destId="{BADF1643-8554-4F40-8B28-4BC5B4EA0D60}" srcOrd="1" destOrd="0" presId="urn:microsoft.com/office/officeart/2005/8/layout/process1"/>
    <dgm:cxn modelId="{47B55A51-037F-4B03-9BA1-A8154EE22A9B}" type="presOf" srcId="{02F1C1C1-E5B8-405E-8A7A-CC070F14EA0C}" destId="{BA47DA0E-CEEC-416B-A945-0EFB52BF82E1}" srcOrd="1" destOrd="0" presId="urn:microsoft.com/office/officeart/2005/8/layout/process1"/>
    <dgm:cxn modelId="{8BAD8777-1502-4810-AD8F-7F6D3CD0A6A3}" type="presOf" srcId="{349A0D2F-472B-4C2A-8526-4FDBDB513BE2}" destId="{C5C8E4BD-3AD6-4107-9EBF-DBC0E28346F0}" srcOrd="0" destOrd="0" presId="urn:microsoft.com/office/officeart/2005/8/layout/process1"/>
    <dgm:cxn modelId="{2E27BD7B-295D-4A6F-9432-E387FB44BF97}" type="presOf" srcId="{F7A496B1-ADF0-4665-B406-437019DFDF3B}" destId="{79408BAC-DC10-4390-88EB-D063E8E957B4}" srcOrd="0" destOrd="0" presId="urn:microsoft.com/office/officeart/2005/8/layout/process1"/>
    <dgm:cxn modelId="{8A8C617C-50E7-4E77-A8AD-6DE0CF56896E}" srcId="{349A0D2F-472B-4C2A-8526-4FDBDB513BE2}" destId="{1E8E7C5A-6045-4458-AC65-6A58EDC166C3}" srcOrd="4" destOrd="0" parTransId="{974B49FD-7AA4-4224-8BD1-E138244F5943}" sibTransId="{02F1C1C1-E5B8-405E-8A7A-CC070F14EA0C}"/>
    <dgm:cxn modelId="{FBB88181-5848-4C7E-89E8-E6555D6A93F0}" srcId="{349A0D2F-472B-4C2A-8526-4FDBDB513BE2}" destId="{C8E45289-76AB-42F3-977A-6D618A7E80CE}" srcOrd="6" destOrd="0" parTransId="{CFB9DF4D-19AC-4A2F-A5AF-24B066E6B780}" sibTransId="{94FC0988-8FC6-4E67-9B5B-308B9B996E10}"/>
    <dgm:cxn modelId="{A3787087-CD1D-4AF7-9BA3-7BD83EC0E3B0}" type="presOf" srcId="{F15DE35A-8525-421A-9383-8A587EF8B41D}" destId="{87619049-374D-481A-81DB-B3FE970EF73A}" srcOrd="0" destOrd="0" presId="urn:microsoft.com/office/officeart/2005/8/layout/process1"/>
    <dgm:cxn modelId="{234C9B9C-A62D-4A2F-A725-EFF0C401D737}" type="presOf" srcId="{D67BD227-75ED-4FAD-90EE-19F0C3BA35AF}" destId="{29881041-7763-44CA-AD1D-33DB588FEB8F}" srcOrd="0" destOrd="0" presId="urn:microsoft.com/office/officeart/2005/8/layout/process1"/>
    <dgm:cxn modelId="{4EC1F89F-5709-452C-B787-E825E8D24FA9}" type="presOf" srcId="{C8E45289-76AB-42F3-977A-6D618A7E80CE}" destId="{03D84D56-4B67-4F94-ABED-F375DEFCCA78}" srcOrd="0" destOrd="0" presId="urn:microsoft.com/office/officeart/2005/8/layout/process1"/>
    <dgm:cxn modelId="{76F426AE-668F-4BFE-BD4F-1F68785E94C0}" type="presOf" srcId="{C99BEAF0-F085-4586-84FE-22AE88F43AB3}" destId="{DCF8B4AF-9268-4E83-91F6-FA0B5A718DFC}" srcOrd="1" destOrd="0" presId="urn:microsoft.com/office/officeart/2005/8/layout/process1"/>
    <dgm:cxn modelId="{A17B15B3-BAC2-45EE-B8C7-0E439524F66D}" srcId="{349A0D2F-472B-4C2A-8526-4FDBDB513BE2}" destId="{275F2D1E-F338-47E6-9FDC-8C9B80B27669}" srcOrd="5" destOrd="0" parTransId="{FEF6BFB8-CBB9-40FB-8885-C3FA213F6199}" sibTransId="{897A0B47-9DD4-4708-B895-A9559BA22552}"/>
    <dgm:cxn modelId="{F10724C8-AB0E-4F16-8C10-AE595DA89784}" type="presOf" srcId="{D67BD227-75ED-4FAD-90EE-19F0C3BA35AF}" destId="{99ECC8E2-4E0A-4C13-B6C6-2F2162DD782B}" srcOrd="1" destOrd="0" presId="urn:microsoft.com/office/officeart/2005/8/layout/process1"/>
    <dgm:cxn modelId="{FEFCBECB-C7F1-4F02-9E54-D1A65D64946A}" type="presOf" srcId="{275F2D1E-F338-47E6-9FDC-8C9B80B27669}" destId="{0D6CA42B-9DD9-4B4B-8645-BE8F81B06E46}" srcOrd="0" destOrd="0" presId="urn:microsoft.com/office/officeart/2005/8/layout/process1"/>
    <dgm:cxn modelId="{3B57C4CC-5A65-4519-9283-ABA27CEAD45D}" srcId="{349A0D2F-472B-4C2A-8526-4FDBDB513BE2}" destId="{9540C8D2-CA0E-4650-879D-2937E08BF323}" srcOrd="2" destOrd="0" parTransId="{757721B1-20EE-4FD9-B904-41266A35AD90}" sibTransId="{A3BA0EAC-91BD-429A-8F71-25799CCD9FF6}"/>
    <dgm:cxn modelId="{775FA7D3-80D0-47D1-8051-76F43A68D211}" type="presOf" srcId="{A3BA0EAC-91BD-429A-8F71-25799CCD9FF6}" destId="{A121796E-F293-47A9-843A-784711C9E19D}" srcOrd="1" destOrd="0" presId="urn:microsoft.com/office/officeart/2005/8/layout/process1"/>
    <dgm:cxn modelId="{DE5DCAE2-3DE5-47C2-8823-DF605536166C}" type="presOf" srcId="{02F1C1C1-E5B8-405E-8A7A-CC070F14EA0C}" destId="{FB49E19D-83B3-4792-9894-4EED61CFDA43}" srcOrd="0" destOrd="0" presId="urn:microsoft.com/office/officeart/2005/8/layout/process1"/>
    <dgm:cxn modelId="{9976F5E2-E2BE-4EF8-A601-AA8EA80B7243}" srcId="{349A0D2F-472B-4C2A-8526-4FDBDB513BE2}" destId="{4AA5A2B9-E250-4F00-B3E9-A8772C8AD0F9}" srcOrd="1" destOrd="0" parTransId="{F49ED792-9D11-499F-B8B8-D462A6999945}" sibTransId="{C99BEAF0-F085-4586-84FE-22AE88F43AB3}"/>
    <dgm:cxn modelId="{C98BA4F7-2F23-4CA4-9270-35821C89D195}" type="presOf" srcId="{9540C8D2-CA0E-4650-879D-2937E08BF323}" destId="{03DBF1A2-FFFF-426B-934D-B82EEE5AB381}" srcOrd="0" destOrd="0" presId="urn:microsoft.com/office/officeart/2005/8/layout/process1"/>
    <dgm:cxn modelId="{63D39183-809B-4E81-8618-1B37B5710743}" type="presParOf" srcId="{C5C8E4BD-3AD6-4107-9EBF-DBC0E28346F0}" destId="{28DEDABD-5242-4387-8181-B7C54266F710}" srcOrd="0" destOrd="0" presId="urn:microsoft.com/office/officeart/2005/8/layout/process1"/>
    <dgm:cxn modelId="{372C5C6B-0D54-4853-9FC2-D8E36D6E4B33}" type="presParOf" srcId="{C5C8E4BD-3AD6-4107-9EBF-DBC0E28346F0}" destId="{87619049-374D-481A-81DB-B3FE970EF73A}" srcOrd="1" destOrd="0" presId="urn:microsoft.com/office/officeart/2005/8/layout/process1"/>
    <dgm:cxn modelId="{40CD1053-892E-4C3A-A541-BE636247781B}" type="presParOf" srcId="{87619049-374D-481A-81DB-B3FE970EF73A}" destId="{C6BDA580-4508-49E1-85BE-85DACF59C2DE}" srcOrd="0" destOrd="0" presId="urn:microsoft.com/office/officeart/2005/8/layout/process1"/>
    <dgm:cxn modelId="{3C42A2C5-CAC4-42F5-B5F0-21DE525F795A}" type="presParOf" srcId="{C5C8E4BD-3AD6-4107-9EBF-DBC0E28346F0}" destId="{8B44B2D9-D0CC-4B7B-94DA-D5772B9608A7}" srcOrd="2" destOrd="0" presId="urn:microsoft.com/office/officeart/2005/8/layout/process1"/>
    <dgm:cxn modelId="{C2F0843A-A84A-4FA2-845A-C63FB90135B9}" type="presParOf" srcId="{C5C8E4BD-3AD6-4107-9EBF-DBC0E28346F0}" destId="{116B0356-C7A8-4863-9591-A64DB47134B5}" srcOrd="3" destOrd="0" presId="urn:microsoft.com/office/officeart/2005/8/layout/process1"/>
    <dgm:cxn modelId="{AF38210A-C297-420F-A768-44F8EC2B7655}" type="presParOf" srcId="{116B0356-C7A8-4863-9591-A64DB47134B5}" destId="{DCF8B4AF-9268-4E83-91F6-FA0B5A718DFC}" srcOrd="0" destOrd="0" presId="urn:microsoft.com/office/officeart/2005/8/layout/process1"/>
    <dgm:cxn modelId="{CE6C7895-D5F4-4072-A720-4966116EA6B5}" type="presParOf" srcId="{C5C8E4BD-3AD6-4107-9EBF-DBC0E28346F0}" destId="{03DBF1A2-FFFF-426B-934D-B82EEE5AB381}" srcOrd="4" destOrd="0" presId="urn:microsoft.com/office/officeart/2005/8/layout/process1"/>
    <dgm:cxn modelId="{0C9D9EF2-90B8-4E2F-9370-06B2B1A7DE1C}" type="presParOf" srcId="{C5C8E4BD-3AD6-4107-9EBF-DBC0E28346F0}" destId="{70AA2D26-07F9-4A6F-B354-2A1DF5D13EC7}" srcOrd="5" destOrd="0" presId="urn:microsoft.com/office/officeart/2005/8/layout/process1"/>
    <dgm:cxn modelId="{91FF69E7-218F-4ACB-8C08-6375E2066E18}" type="presParOf" srcId="{70AA2D26-07F9-4A6F-B354-2A1DF5D13EC7}" destId="{A121796E-F293-47A9-843A-784711C9E19D}" srcOrd="0" destOrd="0" presId="urn:microsoft.com/office/officeart/2005/8/layout/process1"/>
    <dgm:cxn modelId="{16327FA4-55A7-4F99-A760-19CB976F6F6A}" type="presParOf" srcId="{C5C8E4BD-3AD6-4107-9EBF-DBC0E28346F0}" destId="{79408BAC-DC10-4390-88EB-D063E8E957B4}" srcOrd="6" destOrd="0" presId="urn:microsoft.com/office/officeart/2005/8/layout/process1"/>
    <dgm:cxn modelId="{243F67FE-5D24-4E61-997F-0629B1EDB45D}" type="presParOf" srcId="{C5C8E4BD-3AD6-4107-9EBF-DBC0E28346F0}" destId="{29881041-7763-44CA-AD1D-33DB588FEB8F}" srcOrd="7" destOrd="0" presId="urn:microsoft.com/office/officeart/2005/8/layout/process1"/>
    <dgm:cxn modelId="{36F28424-9511-4B29-AE78-9D85B57A3539}" type="presParOf" srcId="{29881041-7763-44CA-AD1D-33DB588FEB8F}" destId="{99ECC8E2-4E0A-4C13-B6C6-2F2162DD782B}" srcOrd="0" destOrd="0" presId="urn:microsoft.com/office/officeart/2005/8/layout/process1"/>
    <dgm:cxn modelId="{2005625E-AD8F-4F35-99CB-0807FA493DA2}" type="presParOf" srcId="{C5C8E4BD-3AD6-4107-9EBF-DBC0E28346F0}" destId="{B20040A3-293A-4A50-891A-FE7068CA6296}" srcOrd="8" destOrd="0" presId="urn:microsoft.com/office/officeart/2005/8/layout/process1"/>
    <dgm:cxn modelId="{F4743C29-0354-4F46-AA13-C1A287661C42}" type="presParOf" srcId="{C5C8E4BD-3AD6-4107-9EBF-DBC0E28346F0}" destId="{FB49E19D-83B3-4792-9894-4EED61CFDA43}" srcOrd="9" destOrd="0" presId="urn:microsoft.com/office/officeart/2005/8/layout/process1"/>
    <dgm:cxn modelId="{9BAC0A2B-FCE8-4700-A82A-E6E4D6EBFB2D}" type="presParOf" srcId="{FB49E19D-83B3-4792-9894-4EED61CFDA43}" destId="{BA47DA0E-CEEC-416B-A945-0EFB52BF82E1}" srcOrd="0" destOrd="0" presId="urn:microsoft.com/office/officeart/2005/8/layout/process1"/>
    <dgm:cxn modelId="{273A5FEE-9D31-4E9A-B0ED-8C78D3C299BD}" type="presParOf" srcId="{C5C8E4BD-3AD6-4107-9EBF-DBC0E28346F0}" destId="{0D6CA42B-9DD9-4B4B-8645-BE8F81B06E46}" srcOrd="10" destOrd="0" presId="urn:microsoft.com/office/officeart/2005/8/layout/process1"/>
    <dgm:cxn modelId="{2F9FACD3-ABFB-4635-A025-5FB54933CCCD}" type="presParOf" srcId="{C5C8E4BD-3AD6-4107-9EBF-DBC0E28346F0}" destId="{03E8B1B2-7303-433A-B8BF-4B374C3C0FA1}" srcOrd="11" destOrd="0" presId="urn:microsoft.com/office/officeart/2005/8/layout/process1"/>
    <dgm:cxn modelId="{DC4D42E2-2CB8-456C-9A67-62CE229C76DF}" type="presParOf" srcId="{03E8B1B2-7303-433A-B8BF-4B374C3C0FA1}" destId="{BADF1643-8554-4F40-8B28-4BC5B4EA0D60}" srcOrd="0" destOrd="0" presId="urn:microsoft.com/office/officeart/2005/8/layout/process1"/>
    <dgm:cxn modelId="{04F09496-30A5-4EB3-BD1C-A7003C68AA96}" type="presParOf" srcId="{C5C8E4BD-3AD6-4107-9EBF-DBC0E28346F0}" destId="{03D84D56-4B67-4F94-ABED-F375DEFCCA78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DEDABD-5242-4387-8181-B7C54266F710}">
      <dsp:nvSpPr>
        <dsp:cNvPr id="0" name=""/>
        <dsp:cNvSpPr/>
      </dsp:nvSpPr>
      <dsp:spPr>
        <a:xfrm>
          <a:off x="2445" y="850572"/>
          <a:ext cx="926039" cy="11912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altLang="zh-TW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Input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altLang="zh-TW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[14 x 240]</a:t>
          </a:r>
          <a:endParaRPr lang="zh-TW" altLang="en-US" sz="1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9568" y="877695"/>
        <a:ext cx="871793" cy="1137034"/>
      </dsp:txXfrm>
    </dsp:sp>
    <dsp:sp modelId="{87619049-374D-481A-81DB-B3FE970EF73A}">
      <dsp:nvSpPr>
        <dsp:cNvPr id="0" name=""/>
        <dsp:cNvSpPr/>
      </dsp:nvSpPr>
      <dsp:spPr>
        <a:xfrm>
          <a:off x="1021088" y="1331383"/>
          <a:ext cx="196320" cy="2296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/>
        </a:p>
      </dsp:txBody>
      <dsp:txXfrm>
        <a:off x="1021088" y="1377314"/>
        <a:ext cx="137424" cy="137795"/>
      </dsp:txXfrm>
    </dsp:sp>
    <dsp:sp modelId="{8B44B2D9-D0CC-4B7B-94DA-D5772B9608A7}">
      <dsp:nvSpPr>
        <dsp:cNvPr id="0" name=""/>
        <dsp:cNvSpPr/>
      </dsp:nvSpPr>
      <dsp:spPr>
        <a:xfrm>
          <a:off x="1298900" y="850572"/>
          <a:ext cx="926039" cy="1191280"/>
        </a:xfrm>
        <a:prstGeom prst="roundRect">
          <a:avLst>
            <a:gd name="adj" fmla="val 10000"/>
          </a:avLst>
        </a:prstGeom>
        <a:solidFill>
          <a:schemeClr val="accent4">
            <a:hueOff val="-744128"/>
            <a:satOff val="4483"/>
            <a:lumOff val="35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altLang="zh-TW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Conv1D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[32 x 120]</a:t>
          </a:r>
          <a:endParaRPr lang="zh-TW" altLang="en-US" sz="1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1326023" y="877695"/>
        <a:ext cx="871793" cy="1137034"/>
      </dsp:txXfrm>
    </dsp:sp>
    <dsp:sp modelId="{116B0356-C7A8-4863-9591-A64DB47134B5}">
      <dsp:nvSpPr>
        <dsp:cNvPr id="0" name=""/>
        <dsp:cNvSpPr/>
      </dsp:nvSpPr>
      <dsp:spPr>
        <a:xfrm>
          <a:off x="2317543" y="1331383"/>
          <a:ext cx="196320" cy="2296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/>
        </a:p>
      </dsp:txBody>
      <dsp:txXfrm>
        <a:off x="2317543" y="1377314"/>
        <a:ext cx="137424" cy="137795"/>
      </dsp:txXfrm>
    </dsp:sp>
    <dsp:sp modelId="{03DBF1A2-FFFF-426B-934D-B82EEE5AB381}">
      <dsp:nvSpPr>
        <dsp:cNvPr id="0" name=""/>
        <dsp:cNvSpPr/>
      </dsp:nvSpPr>
      <dsp:spPr>
        <a:xfrm>
          <a:off x="2595355" y="850572"/>
          <a:ext cx="926039" cy="1191280"/>
        </a:xfrm>
        <a:prstGeom prst="roundRect">
          <a:avLst>
            <a:gd name="adj" fmla="val 10000"/>
          </a:avLst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altLang="zh-TW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Conv1D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[64 x 60]</a:t>
          </a:r>
          <a:endParaRPr lang="zh-TW" altLang="en-US" sz="1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622478" y="877695"/>
        <a:ext cx="871793" cy="1137034"/>
      </dsp:txXfrm>
    </dsp:sp>
    <dsp:sp modelId="{70AA2D26-07F9-4A6F-B354-2A1DF5D13EC7}">
      <dsp:nvSpPr>
        <dsp:cNvPr id="0" name=""/>
        <dsp:cNvSpPr/>
      </dsp:nvSpPr>
      <dsp:spPr>
        <a:xfrm>
          <a:off x="3613998" y="1331383"/>
          <a:ext cx="196320" cy="2296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/>
        </a:p>
      </dsp:txBody>
      <dsp:txXfrm>
        <a:off x="3613998" y="1377314"/>
        <a:ext cx="137424" cy="137795"/>
      </dsp:txXfrm>
    </dsp:sp>
    <dsp:sp modelId="{79408BAC-DC10-4390-88EB-D063E8E957B4}">
      <dsp:nvSpPr>
        <dsp:cNvPr id="0" name=""/>
        <dsp:cNvSpPr/>
      </dsp:nvSpPr>
      <dsp:spPr>
        <a:xfrm>
          <a:off x="3891810" y="850572"/>
          <a:ext cx="926039" cy="1191280"/>
        </a:xfrm>
        <a:prstGeom prst="roundRect">
          <a:avLst>
            <a:gd name="adj" fmla="val 10000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altLang="zh-TW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Conv1D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[128 x 60]</a:t>
          </a:r>
          <a:endParaRPr lang="zh-TW" altLang="en-US" sz="1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918933" y="877695"/>
        <a:ext cx="871793" cy="1137034"/>
      </dsp:txXfrm>
    </dsp:sp>
    <dsp:sp modelId="{29881041-7763-44CA-AD1D-33DB588FEB8F}">
      <dsp:nvSpPr>
        <dsp:cNvPr id="0" name=""/>
        <dsp:cNvSpPr/>
      </dsp:nvSpPr>
      <dsp:spPr>
        <a:xfrm>
          <a:off x="4910453" y="1331383"/>
          <a:ext cx="196320" cy="2296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/>
        </a:p>
      </dsp:txBody>
      <dsp:txXfrm>
        <a:off x="4910453" y="1377314"/>
        <a:ext cx="137424" cy="137795"/>
      </dsp:txXfrm>
    </dsp:sp>
    <dsp:sp modelId="{B20040A3-293A-4A50-891A-FE7068CA6296}">
      <dsp:nvSpPr>
        <dsp:cNvPr id="0" name=""/>
        <dsp:cNvSpPr/>
      </dsp:nvSpPr>
      <dsp:spPr>
        <a:xfrm>
          <a:off x="5188265" y="850572"/>
          <a:ext cx="926039" cy="1191280"/>
        </a:xfrm>
        <a:prstGeom prst="roundRect">
          <a:avLst>
            <a:gd name="adj" fmla="val 10000"/>
          </a:avLst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altLang="zh-TW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Global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altLang="zh-TW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Average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altLang="zh-TW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Pooling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[128 x 1]</a:t>
          </a:r>
          <a:endParaRPr lang="zh-TW" altLang="en-US" sz="1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215388" y="877695"/>
        <a:ext cx="871793" cy="1137034"/>
      </dsp:txXfrm>
    </dsp:sp>
    <dsp:sp modelId="{FB49E19D-83B3-4792-9894-4EED61CFDA43}">
      <dsp:nvSpPr>
        <dsp:cNvPr id="0" name=""/>
        <dsp:cNvSpPr/>
      </dsp:nvSpPr>
      <dsp:spPr>
        <a:xfrm>
          <a:off x="6206908" y="1331383"/>
          <a:ext cx="196320" cy="2296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/>
        </a:p>
      </dsp:txBody>
      <dsp:txXfrm>
        <a:off x="6206908" y="1377314"/>
        <a:ext cx="137424" cy="137795"/>
      </dsp:txXfrm>
    </dsp:sp>
    <dsp:sp modelId="{0D6CA42B-9DD9-4B4B-8645-BE8F81B06E46}">
      <dsp:nvSpPr>
        <dsp:cNvPr id="0" name=""/>
        <dsp:cNvSpPr/>
      </dsp:nvSpPr>
      <dsp:spPr>
        <a:xfrm>
          <a:off x="6484720" y="850572"/>
          <a:ext cx="926039" cy="1191280"/>
        </a:xfrm>
        <a:prstGeom prst="roundRect">
          <a:avLst>
            <a:gd name="adj" fmla="val 10000"/>
          </a:avLst>
        </a:prstGeom>
        <a:solidFill>
          <a:schemeClr val="accent4">
            <a:hueOff val="-3720641"/>
            <a:satOff val="22416"/>
            <a:lumOff val="179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altLang="zh-TW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Fully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altLang="zh-TW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Connected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altLang="zh-TW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128 → 64</a:t>
          </a:r>
          <a:endParaRPr lang="zh-TW" altLang="en-US" sz="1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6511843" y="877695"/>
        <a:ext cx="871793" cy="1137034"/>
      </dsp:txXfrm>
    </dsp:sp>
    <dsp:sp modelId="{03E8B1B2-7303-433A-B8BF-4B374C3C0FA1}">
      <dsp:nvSpPr>
        <dsp:cNvPr id="0" name=""/>
        <dsp:cNvSpPr/>
      </dsp:nvSpPr>
      <dsp:spPr>
        <a:xfrm>
          <a:off x="7503363" y="1331383"/>
          <a:ext cx="196320" cy="2296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/>
        </a:p>
      </dsp:txBody>
      <dsp:txXfrm>
        <a:off x="7503363" y="1377314"/>
        <a:ext cx="137424" cy="137795"/>
      </dsp:txXfrm>
    </dsp:sp>
    <dsp:sp modelId="{03D84D56-4B67-4F94-ABED-F375DEFCCA78}">
      <dsp:nvSpPr>
        <dsp:cNvPr id="0" name=""/>
        <dsp:cNvSpPr/>
      </dsp:nvSpPr>
      <dsp:spPr>
        <a:xfrm>
          <a:off x="7781175" y="850572"/>
          <a:ext cx="926039" cy="1191280"/>
        </a:xfrm>
        <a:prstGeom prst="roundRect">
          <a:avLst>
            <a:gd name="adj" fmla="val 1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kern="1200" dirty="0">
              <a:latin typeface="Calibri" panose="020F0502020204030204" pitchFamily="34" charset="0"/>
              <a:cs typeface="Calibri" panose="020F0502020204030204" pitchFamily="34" charset="0"/>
            </a:rPr>
            <a:t>Output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kern="1200" dirty="0">
              <a:latin typeface="Calibri" panose="020F0502020204030204" pitchFamily="34" charset="0"/>
              <a:cs typeface="Calibri" panose="020F0502020204030204" pitchFamily="34" charset="0"/>
            </a:rPr>
            <a:t>[5]</a:t>
          </a:r>
          <a:endParaRPr lang="zh-TW" altLang="en-US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808298" y="877695"/>
        <a:ext cx="871793" cy="1137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83875-1F8E-4729-BB01-E5507ECDB26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CA75C-488B-44EE-A145-FB399880B4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048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7157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218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519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065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TW" dirty="0"/>
              <a:t>Conv1D </a:t>
            </a:r>
            <a:r>
              <a:rPr lang="zh-TW" altLang="en-US" dirty="0"/>
              <a:t>增加 </a:t>
            </a:r>
            <a:r>
              <a:rPr lang="en-CA" altLang="zh-TW" dirty="0"/>
              <a:t>learned feature representations</a:t>
            </a:r>
            <a:r>
              <a:rPr lang="zh-TW" altLang="en-CA" dirty="0"/>
              <a:t>，</a:t>
            </a:r>
            <a:r>
              <a:rPr lang="en-CA" altLang="zh-TW" dirty="0"/>
              <a:t>Pooling </a:t>
            </a:r>
            <a:r>
              <a:rPr lang="zh-TW" altLang="en-US" dirty="0"/>
              <a:t>壓縮時間軸，</a:t>
            </a:r>
            <a:r>
              <a:rPr lang="en-CA" altLang="zh-TW" dirty="0"/>
              <a:t>BN </a:t>
            </a:r>
            <a:r>
              <a:rPr lang="zh-TW" altLang="en-US" dirty="0"/>
              <a:t>穩定每個 </a:t>
            </a:r>
            <a:r>
              <a:rPr lang="en-CA" altLang="zh-TW" dirty="0"/>
              <a:t>feature channel </a:t>
            </a:r>
            <a:r>
              <a:rPr lang="zh-TW" altLang="en-US" dirty="0"/>
              <a:t>的數值分布。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8375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這邊我設計了三種 </a:t>
            </a:r>
            <a:r>
              <a:rPr lang="en-CA" altLang="zh-TW" dirty="0"/>
              <a:t>evaluation setting</a:t>
            </a:r>
            <a:r>
              <a:rPr lang="zh-TW" altLang="en-CA" dirty="0"/>
              <a:t>。</a:t>
            </a:r>
            <a:br>
              <a:rPr lang="zh-TW" altLang="en-CA" dirty="0"/>
            </a:br>
            <a:r>
              <a:rPr lang="zh-TW" altLang="en-US" dirty="0"/>
              <a:t>第一個是 </a:t>
            </a:r>
            <a:r>
              <a:rPr lang="en-CA" altLang="zh-TW" dirty="0"/>
              <a:t>in-domain</a:t>
            </a:r>
            <a:r>
              <a:rPr lang="zh-TW" altLang="en-CA" dirty="0"/>
              <a:t>，</a:t>
            </a:r>
            <a:r>
              <a:rPr lang="zh-TW" altLang="en-US" dirty="0"/>
              <a:t>也就是 </a:t>
            </a:r>
            <a:r>
              <a:rPr lang="en-CA" altLang="zh-TW" dirty="0"/>
              <a:t>training</a:t>
            </a:r>
            <a:r>
              <a:rPr lang="zh-TW" altLang="en-CA" dirty="0"/>
              <a:t>、</a:t>
            </a:r>
            <a:r>
              <a:rPr lang="en-CA" altLang="zh-TW" dirty="0"/>
              <a:t>validation </a:t>
            </a:r>
            <a:r>
              <a:rPr lang="zh-TW" altLang="en-US" dirty="0"/>
              <a:t>和 </a:t>
            </a:r>
            <a:r>
              <a:rPr lang="en-CA" altLang="zh-TW" dirty="0"/>
              <a:t>test </a:t>
            </a:r>
            <a:r>
              <a:rPr lang="zh-TW" altLang="en-US" dirty="0"/>
              <a:t>都來自混合的已知 </a:t>
            </a:r>
            <a:r>
              <a:rPr lang="en-CA" altLang="zh-TW" dirty="0"/>
              <a:t>domain</a:t>
            </a:r>
            <a:r>
              <a:rPr lang="zh-TW" altLang="en-CA" dirty="0"/>
              <a:t>，</a:t>
            </a:r>
            <a:r>
              <a:rPr lang="zh-TW" altLang="en-US" dirty="0"/>
              <a:t>只是以不同 </a:t>
            </a:r>
            <a:r>
              <a:rPr lang="en-CA" altLang="zh-TW" dirty="0"/>
              <a:t>run group </a:t>
            </a:r>
            <a:r>
              <a:rPr lang="zh-TW" altLang="en-US" dirty="0"/>
              <a:t>做切分。</a:t>
            </a:r>
            <a:br>
              <a:rPr lang="zh-TW" altLang="en-US" dirty="0"/>
            </a:br>
            <a:r>
              <a:rPr lang="zh-TW" altLang="en-US" dirty="0"/>
              <a:t>第二個是 </a:t>
            </a:r>
            <a:r>
              <a:rPr lang="en-CA" altLang="zh-TW" dirty="0"/>
              <a:t>cross-device</a:t>
            </a:r>
            <a:r>
              <a:rPr lang="zh-TW" altLang="en-CA" dirty="0"/>
              <a:t>，</a:t>
            </a:r>
            <a:r>
              <a:rPr lang="zh-TW" altLang="en-US" dirty="0"/>
              <a:t>會完整留下一台 </a:t>
            </a:r>
            <a:r>
              <a:rPr lang="en-CA" altLang="zh-TW" dirty="0"/>
              <a:t>device </a:t>
            </a:r>
            <a:r>
              <a:rPr lang="zh-TW" altLang="en-US" dirty="0"/>
              <a:t>當 </a:t>
            </a:r>
            <a:r>
              <a:rPr lang="en-CA" altLang="zh-TW" dirty="0"/>
              <a:t>test</a:t>
            </a:r>
            <a:r>
              <a:rPr lang="zh-TW" altLang="en-CA" dirty="0"/>
              <a:t>，</a:t>
            </a:r>
            <a:r>
              <a:rPr lang="zh-TW" altLang="en-US" dirty="0"/>
              <a:t>其餘 </a:t>
            </a:r>
            <a:r>
              <a:rPr lang="en-CA" altLang="zh-TW" dirty="0"/>
              <a:t>device </a:t>
            </a:r>
            <a:r>
              <a:rPr lang="zh-TW" altLang="en-US" dirty="0"/>
              <a:t>用來 </a:t>
            </a:r>
            <a:r>
              <a:rPr lang="en-CA" altLang="zh-TW" dirty="0"/>
              <a:t>training </a:t>
            </a:r>
            <a:r>
              <a:rPr lang="zh-TW" altLang="en-US" dirty="0"/>
              <a:t>和 </a:t>
            </a:r>
            <a:r>
              <a:rPr lang="en-CA" altLang="zh-TW" dirty="0"/>
              <a:t>validation</a:t>
            </a:r>
            <a:r>
              <a:rPr lang="zh-TW" altLang="en-CA" dirty="0"/>
              <a:t>，</a:t>
            </a:r>
            <a:r>
              <a:rPr lang="zh-TW" altLang="en-US" dirty="0"/>
              <a:t>用來看模型能不能泛化到新的 </a:t>
            </a:r>
            <a:r>
              <a:rPr lang="en-CA" altLang="zh-TW" dirty="0"/>
              <a:t>physical device</a:t>
            </a:r>
            <a:r>
              <a:rPr lang="zh-TW" altLang="en-CA" dirty="0"/>
              <a:t>。</a:t>
            </a:r>
            <a:br>
              <a:rPr lang="zh-TW" altLang="en-CA" dirty="0"/>
            </a:br>
            <a:r>
              <a:rPr lang="zh-TW" altLang="en-US" dirty="0"/>
              <a:t>第三個是 </a:t>
            </a:r>
            <a:r>
              <a:rPr lang="en-CA" altLang="zh-TW" dirty="0"/>
              <a:t>cross-batch</a:t>
            </a:r>
            <a:r>
              <a:rPr lang="zh-TW" altLang="en-CA" dirty="0"/>
              <a:t>，</a:t>
            </a:r>
            <a:r>
              <a:rPr lang="zh-TW" altLang="en-US" dirty="0"/>
              <a:t>完整留下一個 </a:t>
            </a:r>
            <a:r>
              <a:rPr lang="en-CA" altLang="zh-TW" dirty="0"/>
              <a:t>batch </a:t>
            </a:r>
            <a:r>
              <a:rPr lang="zh-TW" altLang="en-US" dirty="0"/>
              <a:t>當 </a:t>
            </a:r>
            <a:r>
              <a:rPr lang="en-CA" altLang="zh-TW" dirty="0"/>
              <a:t>test</a:t>
            </a:r>
            <a:r>
              <a:rPr lang="zh-TW" altLang="en-CA" dirty="0"/>
              <a:t>，</a:t>
            </a:r>
            <a:r>
              <a:rPr lang="zh-TW" altLang="en-US" dirty="0"/>
              <a:t>另外兩個 </a:t>
            </a:r>
            <a:r>
              <a:rPr lang="en-CA" altLang="zh-TW" dirty="0"/>
              <a:t>batch </a:t>
            </a:r>
            <a:r>
              <a:rPr lang="zh-TW" altLang="en-US" dirty="0"/>
              <a:t>用來 </a:t>
            </a:r>
            <a:r>
              <a:rPr lang="en-CA" altLang="zh-TW" dirty="0"/>
              <a:t>training </a:t>
            </a:r>
            <a:r>
              <a:rPr lang="zh-TW" altLang="en-US" dirty="0"/>
              <a:t>和 </a:t>
            </a:r>
            <a:r>
              <a:rPr lang="en-CA" altLang="zh-TW" dirty="0"/>
              <a:t>validation</a:t>
            </a:r>
            <a:r>
              <a:rPr lang="zh-TW" altLang="en-CA" dirty="0"/>
              <a:t>，</a:t>
            </a:r>
            <a:r>
              <a:rPr lang="zh-TW" altLang="en-US" dirty="0"/>
              <a:t>用來看模型對新的 </a:t>
            </a:r>
            <a:r>
              <a:rPr lang="en-CA" altLang="zh-TW" dirty="0"/>
              <a:t>acquisition batch </a:t>
            </a:r>
            <a:r>
              <a:rPr lang="zh-TW" altLang="en-US" dirty="0"/>
              <a:t>能不能保持 </a:t>
            </a:r>
            <a:r>
              <a:rPr lang="en-CA" altLang="zh-TW" dirty="0"/>
              <a:t>performance</a:t>
            </a:r>
            <a:r>
              <a:rPr lang="zh-TW" altLang="en-CA" dirty="0"/>
              <a:t>。</a:t>
            </a:r>
          </a:p>
          <a:p>
            <a:r>
              <a:rPr lang="zh-TW" altLang="en-US" dirty="0"/>
              <a:t>這三種 </a:t>
            </a:r>
            <a:r>
              <a:rPr lang="en-CA" altLang="zh-TW" dirty="0"/>
              <a:t>setting </a:t>
            </a:r>
            <a:r>
              <a:rPr lang="zh-TW" altLang="en-US" dirty="0"/>
              <a:t>測的是不同的 </a:t>
            </a:r>
            <a:r>
              <a:rPr lang="en-CA" altLang="zh-TW" dirty="0"/>
              <a:t>generalization </a:t>
            </a:r>
            <a:r>
              <a:rPr lang="zh-TW" altLang="en-US" dirty="0"/>
              <a:t>問題，而後面 </a:t>
            </a:r>
            <a:r>
              <a:rPr lang="en-CA" altLang="zh-TW" dirty="0"/>
              <a:t>augmentation </a:t>
            </a:r>
            <a:r>
              <a:rPr lang="zh-TW" altLang="en-US" dirty="0"/>
              <a:t>的重點主要會放在 </a:t>
            </a:r>
            <a:r>
              <a:rPr lang="en-CA" altLang="zh-TW" dirty="0"/>
              <a:t>cross-batch performance</a:t>
            </a:r>
            <a:r>
              <a:rPr lang="zh-TW" altLang="en-CA" dirty="0"/>
              <a:t>。</a:t>
            </a:r>
          </a:p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996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這邊我選了三種比較 </a:t>
            </a:r>
            <a:r>
              <a:rPr lang="en-CA" altLang="zh-TW" dirty="0"/>
              <a:t>general </a:t>
            </a:r>
            <a:r>
              <a:rPr lang="zh-TW" altLang="en-US" dirty="0"/>
              <a:t>的 </a:t>
            </a:r>
            <a:r>
              <a:rPr lang="en-CA" altLang="zh-TW" dirty="0"/>
              <a:t>augmentation method</a:t>
            </a:r>
            <a:r>
              <a:rPr lang="zh-TW" altLang="en-CA" dirty="0"/>
              <a:t>。</a:t>
            </a:r>
            <a:br>
              <a:rPr lang="zh-TW" altLang="en-CA" dirty="0"/>
            </a:br>
            <a:r>
              <a:rPr lang="en-CA" altLang="zh-TW" dirty="0"/>
              <a:t>A1 </a:t>
            </a:r>
            <a:r>
              <a:rPr lang="zh-TW" altLang="en-US" dirty="0"/>
              <a:t>是 </a:t>
            </a:r>
            <a:r>
              <a:rPr lang="en-CA" altLang="zh-TW" dirty="0"/>
              <a:t>Gaussian noise</a:t>
            </a:r>
            <a:r>
              <a:rPr lang="zh-TW" altLang="en-CA" dirty="0"/>
              <a:t>，</a:t>
            </a:r>
            <a:r>
              <a:rPr lang="zh-TW" altLang="en-US" dirty="0"/>
              <a:t>在每個 </a:t>
            </a:r>
            <a:r>
              <a:rPr lang="en-CA" altLang="zh-TW" dirty="0"/>
              <a:t>channel </a:t>
            </a:r>
            <a:r>
              <a:rPr lang="zh-TW" altLang="en-US" dirty="0"/>
              <a:t>上加入對應 </a:t>
            </a:r>
            <a:r>
              <a:rPr lang="en-US" altLang="zh-TW" dirty="0"/>
              <a:t>30 </a:t>
            </a:r>
            <a:r>
              <a:rPr lang="en-CA" altLang="zh-TW" dirty="0"/>
              <a:t>dB SNR </a:t>
            </a:r>
            <a:r>
              <a:rPr lang="zh-TW" altLang="en-US" dirty="0"/>
              <a:t>的 </a:t>
            </a:r>
            <a:r>
              <a:rPr lang="en-CA" altLang="zh-TW" dirty="0"/>
              <a:t>noise</a:t>
            </a:r>
            <a:r>
              <a:rPr lang="zh-TW" altLang="en-CA" dirty="0"/>
              <a:t>，</a:t>
            </a:r>
            <a:r>
              <a:rPr lang="zh-TW" altLang="en-US" dirty="0"/>
              <a:t>主要模擬 </a:t>
            </a:r>
            <a:r>
              <a:rPr lang="en-CA" altLang="zh-TW" dirty="0"/>
              <a:t>measurement-like perturbation</a:t>
            </a:r>
            <a:r>
              <a:rPr lang="zh-TW" altLang="en-CA" dirty="0"/>
              <a:t>。</a:t>
            </a:r>
            <a:br>
              <a:rPr lang="zh-TW" altLang="en-CA" dirty="0"/>
            </a:br>
            <a:r>
              <a:rPr lang="en-CA" altLang="zh-TW" dirty="0"/>
              <a:t>A2 </a:t>
            </a:r>
            <a:r>
              <a:rPr lang="zh-TW" altLang="en-US" dirty="0"/>
              <a:t>是 </a:t>
            </a:r>
            <a:r>
              <a:rPr lang="en-CA" altLang="zh-TW" dirty="0"/>
              <a:t>channel masking</a:t>
            </a:r>
            <a:r>
              <a:rPr lang="zh-TW" altLang="en-CA" dirty="0"/>
              <a:t>，</a:t>
            </a:r>
            <a:r>
              <a:rPr lang="zh-TW" altLang="en-US" dirty="0"/>
              <a:t>每次隨機把 </a:t>
            </a:r>
            <a:r>
              <a:rPr lang="en-US" altLang="zh-TW" dirty="0"/>
              <a:t>14 </a:t>
            </a:r>
            <a:r>
              <a:rPr lang="zh-TW" altLang="en-US" dirty="0"/>
              <a:t>個 </a:t>
            </a:r>
            <a:r>
              <a:rPr lang="en-CA" altLang="zh-TW" dirty="0"/>
              <a:t>sensor </a:t>
            </a:r>
            <a:r>
              <a:rPr lang="zh-TW" altLang="en-US" dirty="0"/>
              <a:t>中的一個 </a:t>
            </a:r>
            <a:r>
              <a:rPr lang="en-CA" altLang="zh-TW" dirty="0"/>
              <a:t>channel </a:t>
            </a:r>
            <a:r>
              <a:rPr lang="zh-TW" altLang="en-US" dirty="0"/>
              <a:t>整段設為 </a:t>
            </a:r>
            <a:r>
              <a:rPr lang="en-US" altLang="zh-TW" dirty="0"/>
              <a:t>0</a:t>
            </a:r>
            <a:r>
              <a:rPr lang="zh-TW" altLang="en-US" dirty="0"/>
              <a:t>，用來模擬 </a:t>
            </a:r>
            <a:r>
              <a:rPr lang="en-CA" altLang="zh-TW" dirty="0"/>
              <a:t>sensor information loss</a:t>
            </a:r>
            <a:r>
              <a:rPr lang="zh-TW" altLang="en-CA" dirty="0"/>
              <a:t>。</a:t>
            </a:r>
            <a:br>
              <a:rPr lang="zh-TW" altLang="en-CA" dirty="0"/>
            </a:br>
            <a:r>
              <a:rPr lang="en-CA" altLang="zh-TW" dirty="0"/>
              <a:t>A3 </a:t>
            </a:r>
            <a:r>
              <a:rPr lang="zh-TW" altLang="en-US" dirty="0"/>
              <a:t>是 </a:t>
            </a:r>
            <a:r>
              <a:rPr lang="en-CA" altLang="zh-TW" dirty="0"/>
              <a:t>window slicing</a:t>
            </a:r>
            <a:r>
              <a:rPr lang="zh-TW" altLang="en-CA" dirty="0"/>
              <a:t>，</a:t>
            </a:r>
            <a:r>
              <a:rPr lang="zh-TW" altLang="en-US" dirty="0"/>
              <a:t>把原本 </a:t>
            </a:r>
            <a:r>
              <a:rPr lang="en-US" altLang="zh-TW" dirty="0"/>
              <a:t>240-</a:t>
            </a:r>
            <a:r>
              <a:rPr lang="en-CA" altLang="zh-TW" dirty="0"/>
              <a:t>point </a:t>
            </a:r>
            <a:r>
              <a:rPr lang="zh-TW" altLang="en-US" dirty="0"/>
              <a:t>的 </a:t>
            </a:r>
            <a:r>
              <a:rPr lang="en-CA" altLang="zh-TW" dirty="0"/>
              <a:t>response </a:t>
            </a:r>
            <a:r>
              <a:rPr lang="zh-TW" altLang="en-US" dirty="0"/>
              <a:t>隨機保留 </a:t>
            </a:r>
            <a:r>
              <a:rPr lang="en-US" altLang="zh-TW" dirty="0"/>
              <a:t>90%</a:t>
            </a:r>
            <a:r>
              <a:rPr lang="zh-TW" altLang="en-US" dirty="0"/>
              <a:t>，再 </a:t>
            </a:r>
            <a:r>
              <a:rPr lang="en-CA" altLang="zh-TW" dirty="0"/>
              <a:t>resize </a:t>
            </a:r>
            <a:r>
              <a:rPr lang="zh-TW" altLang="en-US" dirty="0"/>
              <a:t>回 </a:t>
            </a:r>
            <a:r>
              <a:rPr lang="en-US" altLang="zh-TW" dirty="0"/>
              <a:t>240 </a:t>
            </a:r>
            <a:r>
              <a:rPr lang="en-CA" altLang="zh-TW" dirty="0"/>
              <a:t>points</a:t>
            </a:r>
            <a:r>
              <a:rPr lang="zh-TW" altLang="en-CA" dirty="0"/>
              <a:t>，</a:t>
            </a:r>
            <a:r>
              <a:rPr lang="zh-TW" altLang="en-US" dirty="0"/>
              <a:t>用來模擬 </a:t>
            </a:r>
            <a:r>
              <a:rPr lang="en-CA" altLang="zh-TW" dirty="0"/>
              <a:t>temporal variation</a:t>
            </a:r>
            <a:r>
              <a:rPr lang="zh-TW" altLang="en-CA" dirty="0"/>
              <a:t>。</a:t>
            </a:r>
          </a:p>
          <a:p>
            <a:r>
              <a:rPr lang="zh-TW" altLang="en-US" dirty="0"/>
              <a:t>這三種 </a:t>
            </a:r>
            <a:r>
              <a:rPr lang="en-CA" altLang="zh-TW" dirty="0"/>
              <a:t>augmentation </a:t>
            </a:r>
            <a:r>
              <a:rPr lang="zh-TW" altLang="en-US" dirty="0"/>
              <a:t>都只會加在 </a:t>
            </a:r>
            <a:r>
              <a:rPr lang="en-CA" altLang="zh-TW" dirty="0"/>
              <a:t>training set</a:t>
            </a:r>
            <a:r>
              <a:rPr lang="zh-TW" altLang="en-CA" dirty="0"/>
              <a:t>，</a:t>
            </a:r>
            <a:r>
              <a:rPr lang="en-CA" altLang="zh-TW" dirty="0"/>
              <a:t>validation </a:t>
            </a:r>
            <a:r>
              <a:rPr lang="zh-TW" altLang="en-US" dirty="0"/>
              <a:t>和 </a:t>
            </a:r>
            <a:r>
              <a:rPr lang="en-CA" altLang="zh-TW" dirty="0"/>
              <a:t>test </a:t>
            </a:r>
            <a:r>
              <a:rPr lang="zh-TW" altLang="en-US" dirty="0"/>
              <a:t>都保持原始訊號。</a:t>
            </a:r>
          </a:p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8399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綜合目前結果，</a:t>
            </a:r>
            <a:r>
              <a:rPr lang="en-CA" altLang="zh-TW" dirty="0"/>
              <a:t>baseline CNN </a:t>
            </a:r>
            <a:r>
              <a:rPr lang="zh-TW" altLang="en-US" dirty="0"/>
              <a:t>最主要的問題出現在 </a:t>
            </a:r>
            <a:r>
              <a:rPr lang="en-CA" altLang="zh-TW" dirty="0"/>
              <a:t>cross-batch generalization</a:t>
            </a:r>
            <a:r>
              <a:rPr lang="zh-TW" altLang="en-CA" dirty="0"/>
              <a:t>。</a:t>
            </a:r>
            <a:r>
              <a:rPr lang="zh-TW" altLang="en-US" dirty="0"/>
              <a:t>三種 </a:t>
            </a:r>
            <a:r>
              <a:rPr lang="en-CA" altLang="zh-TW" dirty="0"/>
              <a:t>general augmentation </a:t>
            </a:r>
            <a:r>
              <a:rPr lang="zh-TW" altLang="en-US" dirty="0"/>
              <a:t>並沒有穩定解決這個問題，尤其 </a:t>
            </a:r>
            <a:r>
              <a:rPr lang="en-CA" altLang="zh-TW" dirty="0"/>
              <a:t>Batch 3 </a:t>
            </a:r>
            <a:r>
              <a:rPr lang="zh-TW" altLang="en-US" dirty="0"/>
              <a:t>的 </a:t>
            </a:r>
            <a:r>
              <a:rPr lang="en-CA" altLang="zh-TW" dirty="0"/>
              <a:t>EtOH-to-Toluene confusion </a:t>
            </a:r>
            <a:r>
              <a:rPr lang="zh-TW" altLang="en-US" dirty="0"/>
              <a:t>仍然存在。進一步調整 </a:t>
            </a:r>
            <a:r>
              <a:rPr lang="en-CA" altLang="zh-TW" dirty="0"/>
              <a:t>augmentation strength </a:t>
            </a:r>
            <a:r>
              <a:rPr lang="zh-TW" altLang="en-US" dirty="0"/>
              <a:t>也沒有帶來一致的改善，而 </a:t>
            </a:r>
            <a:r>
              <a:rPr lang="en-CA" altLang="zh-TW" dirty="0"/>
              <a:t>concentration analysis </a:t>
            </a:r>
            <a:r>
              <a:rPr lang="zh-TW" altLang="en-US" dirty="0"/>
              <a:t>顯示 </a:t>
            </a:r>
            <a:r>
              <a:rPr lang="en-CA" altLang="zh-TW" dirty="0"/>
              <a:t>concentration </a:t>
            </a:r>
            <a:r>
              <a:rPr lang="zh-TW" altLang="en-US" dirty="0"/>
              <a:t>會影響錯誤程度，但不足以解釋整體 </a:t>
            </a:r>
            <a:r>
              <a:rPr lang="en-CA" altLang="zh-TW" dirty="0"/>
              <a:t>cross-batch degradation</a:t>
            </a:r>
            <a:r>
              <a:rPr lang="zh-TW" altLang="en-CA" dirty="0"/>
              <a:t>。</a:t>
            </a:r>
          </a:p>
          <a:p>
            <a:r>
              <a:rPr lang="zh-TW" altLang="en-US" dirty="0"/>
              <a:t>所以下一步我想從單純的 </a:t>
            </a:r>
            <a:r>
              <a:rPr lang="en-CA" altLang="zh-TW" dirty="0"/>
              <a:t>signal perturbation</a:t>
            </a:r>
            <a:r>
              <a:rPr lang="zh-TW" altLang="en-CA" dirty="0"/>
              <a:t>，</a:t>
            </a:r>
            <a:r>
              <a:rPr lang="zh-TW" altLang="en-US" dirty="0"/>
              <a:t>轉向更 </a:t>
            </a:r>
            <a:r>
              <a:rPr lang="en-CA" altLang="zh-TW" dirty="0"/>
              <a:t>structured </a:t>
            </a:r>
            <a:r>
              <a:rPr lang="zh-TW" altLang="en-US" dirty="0"/>
              <a:t>的 </a:t>
            </a:r>
            <a:r>
              <a:rPr lang="en-CA" altLang="zh-TW" dirty="0"/>
              <a:t>domain generalization method</a:t>
            </a:r>
            <a:r>
              <a:rPr lang="zh-TW" altLang="en-CA" dirty="0"/>
              <a:t>。</a:t>
            </a:r>
            <a:r>
              <a:rPr lang="zh-TW" altLang="en-US" dirty="0"/>
              <a:t>我們預計實作 </a:t>
            </a:r>
            <a:r>
              <a:rPr lang="en-CA" altLang="zh-TW" dirty="0"/>
              <a:t>CDCNN</a:t>
            </a:r>
            <a:r>
              <a:rPr lang="zh-TW" altLang="en-CA" dirty="0"/>
              <a:t>，</a:t>
            </a:r>
            <a:r>
              <a:rPr lang="zh-TW" altLang="en-US" dirty="0"/>
              <a:t>它利用 </a:t>
            </a:r>
            <a:r>
              <a:rPr lang="en-CA" altLang="zh-TW" dirty="0"/>
              <a:t>feature generation </a:t>
            </a:r>
            <a:r>
              <a:rPr lang="zh-TW" altLang="en-US" dirty="0"/>
              <a:t>建立 </a:t>
            </a:r>
            <a:r>
              <a:rPr lang="en-CA" altLang="zh-TW" dirty="0"/>
              <a:t>artificial domain variation</a:t>
            </a:r>
            <a:r>
              <a:rPr lang="zh-TW" altLang="en-CA" dirty="0"/>
              <a:t>，</a:t>
            </a:r>
            <a:r>
              <a:rPr lang="zh-TW" altLang="en-US" dirty="0"/>
              <a:t>再透過 </a:t>
            </a:r>
            <a:r>
              <a:rPr lang="en-CA" altLang="zh-TW" dirty="0"/>
              <a:t>contrastive learning </a:t>
            </a:r>
            <a:r>
              <a:rPr lang="zh-TW" altLang="en-US" dirty="0"/>
              <a:t>學習比較 </a:t>
            </a:r>
            <a:r>
              <a:rPr lang="en-CA" altLang="zh-TW" dirty="0"/>
              <a:t>domain-robust </a:t>
            </a:r>
            <a:r>
              <a:rPr lang="zh-TW" altLang="en-US" dirty="0"/>
              <a:t>的 </a:t>
            </a:r>
            <a:r>
              <a:rPr lang="en-CA" altLang="zh-TW" dirty="0"/>
              <a:t>representation</a:t>
            </a:r>
            <a:r>
              <a:rPr lang="zh-TW" altLang="en-CA" dirty="0"/>
              <a:t>。</a:t>
            </a:r>
            <a:r>
              <a:rPr lang="zh-TW" altLang="en-US" dirty="0"/>
              <a:t>最後會用相同的 </a:t>
            </a:r>
            <a:r>
              <a:rPr lang="en-CA" altLang="zh-TW" dirty="0"/>
              <a:t>leave-one-batch-out protocol</a:t>
            </a:r>
            <a:r>
              <a:rPr lang="zh-TW" altLang="en-CA" dirty="0"/>
              <a:t>，</a:t>
            </a:r>
            <a:r>
              <a:rPr lang="zh-TW" altLang="en-US" dirty="0"/>
              <a:t>比較 </a:t>
            </a:r>
            <a:r>
              <a:rPr lang="en-CA" altLang="zh-TW" dirty="0"/>
              <a:t>CDCNN </a:t>
            </a:r>
            <a:r>
              <a:rPr lang="zh-TW" altLang="en-US" dirty="0"/>
              <a:t>和目前 </a:t>
            </a:r>
            <a:r>
              <a:rPr lang="en-CA" altLang="zh-TW" dirty="0"/>
              <a:t>generic augmentation </a:t>
            </a:r>
            <a:r>
              <a:rPr lang="zh-TW" altLang="en-US" dirty="0"/>
              <a:t>的 </a:t>
            </a:r>
            <a:r>
              <a:rPr lang="en-CA" altLang="zh-TW" dirty="0"/>
              <a:t>unseen-batch performance</a:t>
            </a:r>
            <a:r>
              <a:rPr lang="zh-TW" altLang="en-CA" dirty="0"/>
              <a:t>。</a:t>
            </a:r>
          </a:p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2967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635896" y="1196752"/>
            <a:ext cx="5040560" cy="2664296"/>
          </a:xfrm>
        </p:spPr>
        <p:txBody>
          <a:bodyPr/>
          <a:lstStyle>
            <a:lvl1pPr>
              <a:defRPr>
                <a:solidFill>
                  <a:srgbClr val="06164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35896" y="4221088"/>
            <a:ext cx="5040560" cy="15841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FADC78-9159-45FA-9D41-11D2468F06FF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547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2B1-6805-4DE6-A748-6982A74B9BD6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06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987824" y="4077072"/>
            <a:ext cx="5684168" cy="2016224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987824" y="3140969"/>
            <a:ext cx="5684168" cy="936104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6164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90CB-0946-49BE-8CDD-EFB5341A56AD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645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7585-208B-498D-98B4-A96AF9A3EFC6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116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EB98-C986-4C98-9E1A-EDC9B461A565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69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1CBB-E5B4-40A8-8D84-DC24EDB53F36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73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4000A-9B95-489C-95F8-2939803A11B7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44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DCB1-B2B6-4CDB-80DB-C5451DC3FA2B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70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文多_1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03648" y="116632"/>
            <a:ext cx="7283152" cy="72008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CBB-0077-4C86-835B-5E07B370979B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25304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文多_2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03648" y="116632"/>
            <a:ext cx="7283152" cy="72008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D756D-CAD3-4F1C-AA19-B84A98BA3654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16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B4E8D-D661-4034-B723-A921D4F707CA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19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A621B8-F77A-44B9-8DA7-492E3A86D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5896" y="1027336"/>
            <a:ext cx="5040561" cy="3066926"/>
          </a:xfrm>
        </p:spPr>
        <p:txBody>
          <a:bodyPr>
            <a:noAutofit/>
          </a:bodyPr>
          <a:lstStyle/>
          <a:p>
            <a:r>
              <a:rPr lang="en-US" altLang="zh-TW" sz="2000" dirty="0">
                <a:ea typeface="標楷體" panose="03000509000000000000" pitchFamily="65" charset="-120"/>
              </a:rPr>
              <a:t>Evaluation of General Data Augmentation Methods for e-Nose Gas Classification</a:t>
            </a:r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8A1B309-3A86-460D-9F25-F0B155201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5896" y="4715933"/>
            <a:ext cx="5040560" cy="1114731"/>
          </a:xfrm>
        </p:spPr>
        <p:txBody>
          <a:bodyPr>
            <a:normAutofit/>
          </a:bodyPr>
          <a:lstStyle/>
          <a:p>
            <a:pPr algn="l"/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學生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陳柏臻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指導教授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鄭桂忠 教授</a:t>
            </a:r>
          </a:p>
          <a:p>
            <a:pPr algn="l"/>
            <a:endParaRPr lang="zh-TW" altLang="en-US" sz="18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229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F3BA-932E-4921-9608-EFC0B401E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Study Motivation</a:t>
            </a:r>
            <a:endParaRPr lang="zh-TW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29F614-D416-462F-947C-50C2D6B5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A089B-1845-4CC1-8FAE-918254220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2281"/>
            <a:ext cx="8229600" cy="4929411"/>
          </a:xfrm>
        </p:spPr>
        <p:txBody>
          <a:bodyPr>
            <a:normAutofit/>
          </a:bodyPr>
          <a:lstStyle/>
          <a:p>
            <a:r>
              <a:rPr lang="en-US" altLang="zh-TW" dirty="0"/>
              <a:t>Data augmentation may improve robustness by introducing controlled variation during training.</a:t>
            </a:r>
          </a:p>
          <a:p>
            <a:r>
              <a:rPr lang="en-US" altLang="zh-TW" dirty="0"/>
              <a:t>With more diverse training patterns, the model may generalize </a:t>
            </a:r>
            <a:r>
              <a:rPr lang="en-US" altLang="zh-TW" dirty="0" err="1"/>
              <a:t>bettter</a:t>
            </a:r>
            <a:r>
              <a:rPr lang="en-US" altLang="zh-TW" dirty="0"/>
              <a:t> when the domain changes.</a:t>
            </a:r>
            <a:br>
              <a:rPr lang="en-US" altLang="zh-TW" dirty="0"/>
            </a:b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45758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D16B-3902-4C19-AFBD-F64E7E6F2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Dataset overview</a:t>
            </a:r>
            <a:endParaRPr lang="zh-TW" alt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E57BD4B-336C-47C9-BEE5-7A51C1FFA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TI- drift dataset</a:t>
            </a:r>
          </a:p>
          <a:p>
            <a:r>
              <a:rPr lang="en-US" altLang="zh-TW" sz="2800" dirty="0"/>
              <a:t>Raw recordings: 415 + 372 + 469 = 1256</a:t>
            </a:r>
          </a:p>
          <a:p>
            <a:r>
              <a:rPr lang="en-US" altLang="zh-TW" sz="2800" dirty="0"/>
              <a:t>3 batches and 5 devices</a:t>
            </a:r>
          </a:p>
          <a:p>
            <a:r>
              <a:rPr lang="en-US" altLang="zh-TW" sz="2800" dirty="0"/>
              <a:t>Each device is equipped with 14 sensors</a:t>
            </a:r>
          </a:p>
          <a:p>
            <a:r>
              <a:rPr lang="en-US" altLang="zh-TW" sz="2800" dirty="0"/>
              <a:t>5 target gases: EtOH, NH</a:t>
            </a:r>
            <a:r>
              <a:rPr lang="en-US" altLang="zh-TW" sz="2800" baseline="-25000" dirty="0"/>
              <a:t>3</a:t>
            </a:r>
            <a:r>
              <a:rPr lang="en-US" altLang="zh-TW" sz="2800" dirty="0"/>
              <a:t>, NO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, SO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, Toluene</a:t>
            </a:r>
          </a:p>
          <a:p>
            <a:r>
              <a:rPr lang="en-US" altLang="zh-TW" sz="2800" dirty="0"/>
              <a:t>Multiple concentrations were included for each gas.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BE29E-269F-4EDA-A496-FF5590CF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409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F661-4210-4FCF-8921-0AC1F1F7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Model Inputs</a:t>
            </a:r>
            <a:endParaRPr lang="zh-TW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A5A41-57AF-4C18-A191-58C00A185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Each raw recording contains repeated Dilute/Test cycles</a:t>
            </a:r>
          </a:p>
          <a:p>
            <a:r>
              <a:rPr lang="en-US" altLang="zh-TW" dirty="0"/>
              <a:t>One complete Test cycle was extracted as one model sample</a:t>
            </a:r>
          </a:p>
          <a:p>
            <a:r>
              <a:rPr lang="en-US" altLang="zh-TW" dirty="0"/>
              <a:t>Test segment length: 240 time points</a:t>
            </a:r>
          </a:p>
          <a:p>
            <a:r>
              <a:rPr lang="en-US" altLang="zh-TW" dirty="0"/>
              <a:t>Final input size: 14 sensors × 240 time points</a:t>
            </a:r>
            <a:endParaRPr lang="zh-TW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725C0-BA9F-4FF5-A754-BEBD4C48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255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992A7-37CD-41BD-A674-9944CFA9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altLang="zh-TW" dirty="0"/>
              <a:t>Baseline Normalization</a:t>
            </a:r>
            <a:endParaRPr lang="zh-TW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6AD5DF-B6F6-4347-837D-9916BE23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5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EEE2174-501C-4F1E-967D-B2207CDC2B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CA" altLang="zh-TW" sz="2000" dirty="0"/>
                  <a:t>Use the final 60 points of the preceding Dilute segment as the local baseline R</a:t>
                </a:r>
                <a:r>
                  <a:rPr lang="en-CA" altLang="zh-TW" sz="2000" baseline="-25000" dirty="0"/>
                  <a:t>0</a:t>
                </a:r>
              </a:p>
              <a:p>
                <a:r>
                  <a:rPr lang="en-CA" altLang="zh-TW" sz="2000" dirty="0"/>
                  <a:t>Normalize each sensor independently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A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CA" altLang="zh-TW" sz="2000" dirty="0"/>
              </a:p>
              <a:p>
                <a:r>
                  <a:rPr lang="en-CA" altLang="zh-TW" sz="2000" dirty="0"/>
                  <a:t>Reduce local baseline variation before classification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EEE2174-501C-4F1E-967D-B2207CDC2B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6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397E0446-30D2-4616-A178-E05BFD620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7410" y="3332590"/>
            <a:ext cx="6332220" cy="338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55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0DFFE-47A9-42A1-AB91-255668E4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800" dirty="0"/>
              <a:t>Baseline: CNN and Evaluation Protocol</a:t>
            </a:r>
            <a:endParaRPr lang="zh-TW" alt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03ADD9-3627-4DC3-8215-9B53C8A7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2033F-D98F-4930-A15C-B43F8C7BA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3-layer 1D CNN for five-class gas classification</a:t>
            </a:r>
          </a:p>
          <a:p>
            <a:r>
              <a:rPr lang="en-US" altLang="zh-TW" sz="2400" dirty="0"/>
              <a:t>Validation set used for checkpoint selection</a:t>
            </a:r>
          </a:p>
          <a:p>
            <a:r>
              <a:rPr lang="en-US" altLang="zh-TW" sz="2400" dirty="0"/>
              <a:t>Test set used only for final evaluation</a:t>
            </a:r>
          </a:p>
          <a:p>
            <a:r>
              <a:rPr lang="en-US" altLang="zh-TW" sz="2400" dirty="0"/>
              <a:t>Training setup</a:t>
            </a:r>
          </a:p>
          <a:p>
            <a:pPr lvl="1"/>
            <a:r>
              <a:rPr lang="en-US" altLang="zh-TW" sz="1800" dirty="0"/>
              <a:t>Adam optimizer </a:t>
            </a:r>
          </a:p>
          <a:p>
            <a:pPr lvl="1"/>
            <a:r>
              <a:rPr lang="en-US" altLang="zh-TW" sz="1800" dirty="0"/>
              <a:t>Learning rate = 0.001</a:t>
            </a:r>
          </a:p>
          <a:p>
            <a:pPr lvl="1"/>
            <a:r>
              <a:rPr lang="en-US" altLang="zh-TW" sz="1800" dirty="0"/>
              <a:t>Batch size = 64 </a:t>
            </a:r>
          </a:p>
          <a:p>
            <a:pPr lvl="1"/>
            <a:r>
              <a:rPr lang="en-US" altLang="zh-TW" sz="1800" dirty="0"/>
              <a:t>Early stopping </a:t>
            </a:r>
          </a:p>
          <a:p>
            <a:endParaRPr lang="zh-TW" altLang="en-US" sz="2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DEFECD1-9523-46D0-BB57-3352ED782D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6255198"/>
              </p:ext>
            </p:extLst>
          </p:nvPr>
        </p:nvGraphicFramePr>
        <p:xfrm>
          <a:off x="217170" y="3829050"/>
          <a:ext cx="8709660" cy="2892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1F7655-EF9C-4E10-BCCE-D8E873370801}"/>
              </a:ext>
            </a:extLst>
          </p:cNvPr>
          <p:cNvSpPr/>
          <p:nvPr/>
        </p:nvSpPr>
        <p:spPr>
          <a:xfrm>
            <a:off x="1403648" y="5948685"/>
            <a:ext cx="2433022" cy="35495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BN +</a:t>
            </a:r>
            <a:r>
              <a:rPr lang="zh-TW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en-US" altLang="zh-TW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altLang="zh-TW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MaxPool</a:t>
            </a:r>
            <a:endParaRPr lang="zh-TW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A766B2-7751-41FC-87FB-9AA6CD167DCC}"/>
              </a:ext>
            </a:extLst>
          </p:cNvPr>
          <p:cNvSpPr/>
          <p:nvPr/>
        </p:nvSpPr>
        <p:spPr>
          <a:xfrm>
            <a:off x="4027170" y="5948685"/>
            <a:ext cx="1089660" cy="35495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BN + </a:t>
            </a:r>
            <a:r>
              <a:rPr lang="en-US" altLang="zh-TW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endParaRPr lang="zh-TW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555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6E02C-381C-4FE0-981B-50F59F485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altLang="zh-TW" sz="3200" dirty="0"/>
              <a:t>Evaluation Settings</a:t>
            </a:r>
            <a:r>
              <a:rPr lang="zh-TW" altLang="en-US" sz="3200" dirty="0"/>
              <a:t> </a:t>
            </a:r>
            <a:r>
              <a:rPr lang="en-US" altLang="zh-TW" sz="3200" dirty="0"/>
              <a:t>&amp; Performance</a:t>
            </a:r>
            <a:endParaRPr lang="zh-TW" alt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5B985-E08E-4BBF-82D6-92B7AD104A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CA" altLang="zh-TW" sz="2400" dirty="0"/>
              <a:t>In domain</a:t>
            </a:r>
          </a:p>
          <a:p>
            <a:pPr lvl="1"/>
            <a:r>
              <a:rPr lang="en-CA" altLang="zh-TW" sz="2000" dirty="0"/>
              <a:t>Train / Validation / Test from mixed know domains</a:t>
            </a:r>
          </a:p>
          <a:p>
            <a:r>
              <a:rPr lang="en-CA" altLang="zh-TW" sz="2400" dirty="0"/>
              <a:t>Cross-Device</a:t>
            </a:r>
          </a:p>
          <a:p>
            <a:pPr lvl="1"/>
            <a:r>
              <a:rPr lang="en-CA" altLang="zh-TW" sz="2000" dirty="0"/>
              <a:t>Hold out one device for testing</a:t>
            </a:r>
          </a:p>
          <a:p>
            <a:r>
              <a:rPr lang="en-CA" altLang="zh-TW" sz="2400" dirty="0"/>
              <a:t>Cross-Batch</a:t>
            </a:r>
          </a:p>
          <a:p>
            <a:pPr lvl="1"/>
            <a:r>
              <a:rPr lang="en-CA" altLang="zh-TW" sz="2000" dirty="0"/>
              <a:t>Hold out one complete batch for testing</a:t>
            </a:r>
          </a:p>
          <a:p>
            <a:pPr marL="457200" lvl="1" indent="0">
              <a:buNone/>
            </a:pPr>
            <a:endParaRPr lang="en-CA" altLang="zh-TW" sz="2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3406D3-D96C-4032-8C24-8ABDD7CD04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/>
              <a:t>Performance</a:t>
            </a:r>
          </a:p>
          <a:p>
            <a:pPr marL="0" indent="0">
              <a:buNone/>
            </a:pPr>
            <a:r>
              <a:rPr lang="en-US" altLang="zh-TW" sz="2400" dirty="0"/>
              <a:t>Macro-F1</a:t>
            </a:r>
          </a:p>
          <a:p>
            <a:pPr>
              <a:lnSpc>
                <a:spcPct val="150000"/>
              </a:lnSpc>
            </a:pPr>
            <a:r>
              <a:rPr lang="en-US" altLang="zh-TW" sz="2000" dirty="0"/>
              <a:t>In-domain : 0.8884</a:t>
            </a:r>
          </a:p>
          <a:p>
            <a:pPr>
              <a:lnSpc>
                <a:spcPct val="150000"/>
              </a:lnSpc>
            </a:pPr>
            <a:r>
              <a:rPr lang="en-US" altLang="zh-TW" sz="2000" dirty="0"/>
              <a:t>Cross-device: 0.9115 ± 0.0687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FF0000"/>
                </a:solidFill>
              </a:rPr>
              <a:t>Cross-batch : 0.7449 ± 0.0562</a:t>
            </a:r>
            <a:endParaRPr lang="en-CA" altLang="zh-TW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TW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4B4BE-25AB-43F3-9DA0-6B9D3218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5577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962CB-8C4C-434F-90AB-2D4F4D725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Baseline Cross-Batch Result </a:t>
            </a:r>
            <a:endParaRPr lang="zh-TW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9DDD8-596B-4D7D-8039-9D5D2CE49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43F373-6F45-46B1-9D97-DE093B4A01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862" t="1813" r="15862" b="-1813"/>
          <a:stretch/>
        </p:blipFill>
        <p:spPr>
          <a:xfrm>
            <a:off x="-615922" y="1995424"/>
            <a:ext cx="3401689" cy="2834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137C0A-E45F-478C-AD4D-829F28D64A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247"/>
          <a:stretch/>
        </p:blipFill>
        <p:spPr>
          <a:xfrm>
            <a:off x="2955938" y="2049134"/>
            <a:ext cx="2740503" cy="2759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A076C7-ED5D-43AE-8C83-FA86734AC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612" y="2049134"/>
            <a:ext cx="3311678" cy="27597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83E34D-E368-4636-B905-89CCB8D6E045}"/>
              </a:ext>
            </a:extLst>
          </p:cNvPr>
          <p:cNvSpPr txBox="1"/>
          <p:nvPr/>
        </p:nvSpPr>
        <p:spPr>
          <a:xfrm>
            <a:off x="798141" y="4830165"/>
            <a:ext cx="1643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altLang="zh-TW" dirty="0"/>
              <a:t>Test: Batch 1</a:t>
            </a:r>
            <a:endParaRPr lang="zh-TW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DDB271-AD9B-4CC0-A617-BC0AD56EC3AA}"/>
              </a:ext>
            </a:extLst>
          </p:cNvPr>
          <p:cNvSpPr txBox="1"/>
          <p:nvPr/>
        </p:nvSpPr>
        <p:spPr>
          <a:xfrm>
            <a:off x="3855266" y="4830165"/>
            <a:ext cx="1643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altLang="zh-TW" dirty="0"/>
              <a:t>Test: Batch 2</a:t>
            </a:r>
            <a:endParaRPr lang="zh-TW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644876-3FCB-4920-AD1D-B4F26D78DB17}"/>
              </a:ext>
            </a:extLst>
          </p:cNvPr>
          <p:cNvSpPr txBox="1"/>
          <p:nvPr/>
        </p:nvSpPr>
        <p:spPr>
          <a:xfrm>
            <a:off x="6912391" y="4830165"/>
            <a:ext cx="1643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altLang="zh-TW" dirty="0"/>
              <a:t>Test: Batch 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1023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A23C6-BCFA-446E-9A91-1BFD18234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600" dirty="0"/>
              <a:t>General Data</a:t>
            </a:r>
            <a:r>
              <a:rPr lang="zh-TW" altLang="en-US" sz="3600" dirty="0"/>
              <a:t> </a:t>
            </a:r>
            <a:r>
              <a:rPr lang="en-US" altLang="zh-TW" sz="3600" dirty="0"/>
              <a:t>Augmentation Methods</a:t>
            </a:r>
            <a:endParaRPr lang="zh-TW" alt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8E456B-09DE-4BF6-A036-1DA41FDD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011B03F-A956-4794-9769-37117979B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691346"/>
              </p:ext>
            </p:extLst>
          </p:nvPr>
        </p:nvGraphicFramePr>
        <p:xfrm>
          <a:off x="628650" y="1397000"/>
          <a:ext cx="8263893" cy="4088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>
                  <a:extLst>
                    <a:ext uri="{9D8B030D-6E8A-4147-A177-3AD203B41FA5}">
                      <a16:colId xmlns:a16="http://schemas.microsoft.com/office/drawing/2014/main" val="4016843742"/>
                    </a:ext>
                  </a:extLst>
                </a:gridCol>
                <a:gridCol w="2350771">
                  <a:extLst>
                    <a:ext uri="{9D8B030D-6E8A-4147-A177-3AD203B41FA5}">
                      <a16:colId xmlns:a16="http://schemas.microsoft.com/office/drawing/2014/main" val="4068749179"/>
                    </a:ext>
                  </a:extLst>
                </a:gridCol>
                <a:gridCol w="2350771">
                  <a:extLst>
                    <a:ext uri="{9D8B030D-6E8A-4147-A177-3AD203B41FA5}">
                      <a16:colId xmlns:a16="http://schemas.microsoft.com/office/drawing/2014/main" val="3676005924"/>
                    </a:ext>
                  </a:extLst>
                </a:gridCol>
                <a:gridCol w="2350771">
                  <a:extLst>
                    <a:ext uri="{9D8B030D-6E8A-4147-A177-3AD203B41FA5}">
                      <a16:colId xmlns:a16="http://schemas.microsoft.com/office/drawing/2014/main" val="1965993949"/>
                    </a:ext>
                  </a:extLst>
                </a:gridCol>
              </a:tblGrid>
              <a:tr h="1022177">
                <a:tc>
                  <a:txBody>
                    <a:bodyPr/>
                    <a:lstStyle/>
                    <a:p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A1</a:t>
                      </a:r>
                      <a:r>
                        <a:rPr lang="zh-TW" altLang="en-US" dirty="0"/>
                        <a:t> 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Gaussian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A2</a:t>
                      </a:r>
                    </a:p>
                    <a:p>
                      <a:r>
                        <a:rPr lang="en-US" altLang="zh-TW" dirty="0"/>
                        <a:t>Channel Masking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A3</a:t>
                      </a:r>
                    </a:p>
                    <a:p>
                      <a:r>
                        <a:rPr lang="en-US" altLang="zh-TW" dirty="0"/>
                        <a:t>Window Slicing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484934"/>
                  </a:ext>
                </a:extLst>
              </a:tr>
              <a:tr h="1022177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Method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dirty="0"/>
                        <a:t>Channel </a:t>
                      </a:r>
                      <a:r>
                        <a:rPr lang="en-CA" altLang="zh-TW" dirty="0"/>
                        <a:t>- wise Gaussian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dirty="0"/>
                        <a:t>Randomly </a:t>
                      </a:r>
                      <a:r>
                        <a:rPr lang="en-US" altLang="zh-TW" b="0" dirty="0"/>
                        <a:t>mask 1 of 14 sensor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dirty="0"/>
                        <a:t>Crop temporal window and resize back to 240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74726"/>
                  </a:ext>
                </a:extLst>
              </a:tr>
              <a:tr h="1022177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Purpose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CA" altLang="zh-TW" dirty="0"/>
                        <a:t>measurement-like noise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dirty="0"/>
                        <a:t>temporary sensor-information loss</a:t>
                      </a:r>
                      <a:endParaRPr lang="zh-TW" alt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dirty="0"/>
                        <a:t>temporal variation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330996"/>
                  </a:ext>
                </a:extLst>
              </a:tr>
              <a:tr h="1022177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dirty="0"/>
                        <a:t>20 / 30 /40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dirty="0"/>
                        <a:t> one of 14 channels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dirty="0"/>
                        <a:t>80% / 90%  /95%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943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853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6052-F15E-45AA-9199-57D6E9AB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Augmentation Results on Batch 3</a:t>
            </a:r>
            <a:endParaRPr lang="zh-TW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59190E-4D02-4FB1-98B6-823CE7F5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F98CE33-A2B8-49B3-9E25-6D097FE188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253348"/>
              </p:ext>
            </p:extLst>
          </p:nvPr>
        </p:nvGraphicFramePr>
        <p:xfrm>
          <a:off x="560070" y="1942941"/>
          <a:ext cx="8229600" cy="26517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40852744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4607264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80930477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684298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b="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b="0"/>
                        <a:t>Batch 3 Macro-F1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l-GR" b="0"/>
                        <a:t>Δ </a:t>
                      </a:r>
                      <a:r>
                        <a:rPr lang="en-CA" b="0"/>
                        <a:t>vs. B0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b="0"/>
                        <a:t>EtOH → Toluene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04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="0"/>
                        <a:t>B0 — No Aug.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0.7357</a:t>
                      </a:r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884</a:t>
                      </a:r>
                      <a:endParaRPr lang="zh-TW" alt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4665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="0"/>
                        <a:t>A1 — Gaussian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0.7407</a:t>
                      </a:r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+0.0050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907</a:t>
                      </a:r>
                      <a:endParaRPr lang="zh-TW" alt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31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="0"/>
                        <a:t>A2 — Channel Masking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0.6992</a:t>
                      </a:r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b="0"/>
                        <a:t>−</a:t>
                      </a:r>
                      <a:r>
                        <a:rPr lang="en-US" altLang="zh-TW" b="0"/>
                        <a:t>0.0365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912</a:t>
                      </a:r>
                      <a:endParaRPr lang="zh-TW" alt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253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="0"/>
                        <a:t>A3 — Window Slicing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0.7354</a:t>
                      </a:r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b="0"/>
                        <a:t>−</a:t>
                      </a:r>
                      <a:r>
                        <a:rPr lang="en-US" altLang="zh-TW" b="0"/>
                        <a:t>0.0003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/>
                        <a:t>902</a:t>
                      </a:r>
                      <a:endParaRPr lang="zh-TW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755157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5404B5E7-D3DB-4FC7-A701-C1116C6C1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15" y="4748441"/>
            <a:ext cx="834331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A1 slightly improved Batch 3 Macro-F1, while A2 degraded performance</a:t>
            </a:r>
            <a:r>
              <a:rPr kumimoji="0" lang="en-US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A3 showed almost no change.</a:t>
            </a:r>
            <a:endParaRPr kumimoji="0" lang="en-US" altLang="zh-TW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However, none of the augmentations reduced the dominant EtOH → Toluene confusion.</a:t>
            </a:r>
          </a:p>
        </p:txBody>
      </p:sp>
    </p:spTree>
    <p:extLst>
      <p:ext uri="{BB962C8B-B14F-4D97-AF65-F5344CB8AC3E}">
        <p14:creationId xmlns:p14="http://schemas.microsoft.com/office/powerpoint/2010/main" val="1015503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93D5-D1F9-4C87-88B5-0EF74C927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Parameter Tuning Results on Batch 3</a:t>
            </a:r>
            <a:endParaRPr lang="zh-TW" altLang="en-US"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51E3E44-6830-4DA4-9213-D09070EFF9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439341"/>
              </p:ext>
            </p:extLst>
          </p:nvPr>
        </p:nvGraphicFramePr>
        <p:xfrm>
          <a:off x="468630" y="2628263"/>
          <a:ext cx="8229600" cy="109728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85409913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483628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5591372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955209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b="0"/>
                        <a:t>Batch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b="0"/>
                        <a:t>Original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b="0"/>
                        <a:t>Tuned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l-GR" b="0"/>
                        <a:t>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434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="0"/>
                        <a:t>A1 Gaussian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0.7271 ± 0.0105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0.7312 ± 0.0098</a:t>
                      </a:r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+0.0041</a:t>
                      </a:r>
                      <a:endParaRPr lang="zh-TW" alt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1717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="0"/>
                        <a:t>A3 Window Slicing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/>
                        <a:t>0.7336 ± 0.0249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0.7336 ± 0.0249</a:t>
                      </a:r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/>
                        <a:t>0.0000</a:t>
                      </a:r>
                      <a:endParaRPr lang="zh-TW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37584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10153-B4B9-46B1-9DC9-40839EA6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984290-5D0B-4CFD-A346-15371E918851}"/>
              </a:ext>
            </a:extLst>
          </p:cNvPr>
          <p:cNvSpPr txBox="1"/>
          <p:nvPr/>
        </p:nvSpPr>
        <p:spPr>
          <a:xfrm>
            <a:off x="468630" y="169978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A1 Gaussian Noise: 30 dB → 20 dB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A3 Window Slicing: 0.90 → 0.90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690C15B-75AE-4D15-A3F8-CB182E68D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471611"/>
              </p:ext>
            </p:extLst>
          </p:nvPr>
        </p:nvGraphicFramePr>
        <p:xfrm>
          <a:off x="457200" y="4250368"/>
          <a:ext cx="8229600" cy="13716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50153219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44127018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166353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258267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b="0"/>
                        <a:t>Overall 3-Batch 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b="0"/>
                        <a:t>Original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b="0"/>
                        <a:t>Tuned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l-GR" b="0"/>
                        <a:t>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612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="0"/>
                        <a:t>A1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0.7489 ± 0.0122</a:t>
                      </a:r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0.7471 ± 0.0118</a:t>
                      </a:r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b="0"/>
                        <a:t>−</a:t>
                      </a:r>
                      <a:r>
                        <a:rPr lang="en-US" altLang="zh-TW" b="0"/>
                        <a:t>0.0017</a:t>
                      </a:r>
                      <a:endParaRPr lang="zh-TW" alt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7271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="0"/>
                        <a:t>A3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0.7549 ± 0.0116</a:t>
                      </a:r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0"/>
                        <a:t>0.7455 ± 0.0091</a:t>
                      </a:r>
                      <a:endParaRPr lang="zh-TW" alt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b="0" dirty="0"/>
                        <a:t>−</a:t>
                      </a:r>
                      <a:r>
                        <a:rPr lang="en-US" altLang="zh-TW" b="0" dirty="0"/>
                        <a:t>0.0094</a:t>
                      </a:r>
                      <a:endParaRPr lang="zh-TW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127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008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8BF21-F376-4A15-A4E4-D60C041B5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Conclusion and Next Direction</a:t>
            </a:r>
            <a:endParaRPr lang="zh-TW" altLang="en-US" sz="3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86D05E-79E3-4A0D-B8B9-CA44F1A164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/>
              <a:t>1. Cross-batch generalization remains the main challenge.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/>
              <a:t>2. Generic augmentation provided only limited improvement and did not resolve the dominant Batch 3 EtOH → Toluene confusion.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/>
              <a:t>3. Parameter tuning and concentration imbalance alone were insufficient to explain or solve the problem.</a:t>
            </a:r>
          </a:p>
          <a:p>
            <a:pPr marL="0" indent="0">
              <a:buNone/>
            </a:pPr>
            <a:endParaRPr lang="en-US" altLang="zh-TW" sz="2800" dirty="0"/>
          </a:p>
          <a:p>
            <a:endParaRPr lang="zh-TW" alt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AAB7F-97FB-476D-B1C0-8456ED4C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AB465CF-7697-45AB-A35F-C6616C2362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Next step: CDCNN</a:t>
            </a:r>
          </a:p>
          <a:p>
            <a:r>
              <a:rPr lang="en-US" altLang="zh-TW" sz="1800" dirty="0"/>
              <a:t>Contrastive Domain Generalization Convolution Neural Network (CDCNN)Chu et al., </a:t>
            </a:r>
            <a:r>
              <a:rPr lang="en-US" altLang="zh-TW" sz="1800" i="1" dirty="0"/>
              <a:t>Sensors and Actuators A, 2024</a:t>
            </a:r>
          </a:p>
          <a:p>
            <a:r>
              <a:rPr lang="en-US" altLang="zh-TW" sz="2000" dirty="0"/>
              <a:t>Generate artificial domain variation from source data </a:t>
            </a:r>
          </a:p>
          <a:p>
            <a:r>
              <a:rPr lang="en-US" altLang="zh-TW" sz="2000" dirty="0"/>
              <a:t>Learn domain-robust representations using contrastive learning </a:t>
            </a:r>
          </a:p>
          <a:p>
            <a:r>
              <a:rPr lang="en-US" altLang="zh-TW" sz="2000" dirty="0"/>
              <a:t>Keep the target batch unseen during training </a:t>
            </a:r>
          </a:p>
          <a:p>
            <a:endParaRPr lang="zh-TW" altLang="en-US" sz="2000" i="1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BC4E4C8C-3DCF-4B01-B7BC-87D660F6F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783413"/>
      </p:ext>
    </p:extLst>
  </p:cSld>
  <p:clrMapOvr>
    <a:masterClrMapping/>
  </p:clrMapOvr>
</p:sld>
</file>

<file path=ppt/theme/theme1.xml><?xml version="1.0" encoding="utf-8"?>
<a:theme xmlns:a="http://schemas.openxmlformats.org/drawingml/2006/main" name="NB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8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BME" id="{AA7E6EA0-1D5F-409F-956C-E3D4A11D80D7}" vid="{AE300734-491F-41D7-B009-1A9C00DED95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NBME</Template>
  <TotalTime>71615</TotalTime>
  <Words>1033</Words>
  <Application>Microsoft Office PowerPoint</Application>
  <PresentationFormat>On-screen Show (4:3)</PresentationFormat>
  <Paragraphs>173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標楷體</vt:lpstr>
      <vt:lpstr>Arial</vt:lpstr>
      <vt:lpstr>Calibri</vt:lpstr>
      <vt:lpstr>Cambria Math</vt:lpstr>
      <vt:lpstr>Times New Roman</vt:lpstr>
      <vt:lpstr>NBME</vt:lpstr>
      <vt:lpstr>Evaluation of General Data Augmentation Methods for e-Nose Gas Classification</vt:lpstr>
      <vt:lpstr>Study Motivation</vt:lpstr>
      <vt:lpstr>Dataset overview</vt:lpstr>
      <vt:lpstr>Model Inputs</vt:lpstr>
      <vt:lpstr>Baseline Normalization</vt:lpstr>
      <vt:lpstr>Baseline: CNN and Evaluation Protocol</vt:lpstr>
      <vt:lpstr>Evaluation Settings &amp; Performance</vt:lpstr>
      <vt:lpstr>Baseline Cross-Batch Result </vt:lpstr>
      <vt:lpstr>General Data Augmentation Methods</vt:lpstr>
      <vt:lpstr>Augmentation Results on Batch 3</vt:lpstr>
      <vt:lpstr>Parameter Tuning Results on Batch 3</vt:lpstr>
      <vt:lpstr>Conclusion and Next Direction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邦均 劉</dc:creator>
  <cp:lastModifiedBy>Yvonne Chen</cp:lastModifiedBy>
  <cp:revision>2134</cp:revision>
  <cp:lastPrinted>2026-08-18T14:30:51Z</cp:lastPrinted>
  <dcterms:created xsi:type="dcterms:W3CDTF">2022-06-23T07:26:37Z</dcterms:created>
  <dcterms:modified xsi:type="dcterms:W3CDTF">2026-08-26T13:20:37Z</dcterms:modified>
</cp:coreProperties>
</file>