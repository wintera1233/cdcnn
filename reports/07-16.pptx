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63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106" d="100"/>
          <a:sy n="106" d="100"/>
        </p:scale>
        <p:origin x="708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vonne Chen" userId="cdf6c2fa8f1ea833" providerId="LiveId" clId="{F3BFFA0C-83EC-41A7-B997-A387918022D2}"/>
    <pc:docChg chg="undo redo custSel addSld delSld modSld">
      <pc:chgData name="Yvonne Chen" userId="cdf6c2fa8f1ea833" providerId="LiveId" clId="{F3BFFA0C-83EC-41A7-B997-A387918022D2}" dt="2026-07-15T18:32:39.952" v="878" actId="207"/>
      <pc:docMkLst>
        <pc:docMk/>
      </pc:docMkLst>
      <pc:sldChg chg="modSp mod">
        <pc:chgData name="Yvonne Chen" userId="cdf6c2fa8f1ea833" providerId="LiveId" clId="{F3BFFA0C-83EC-41A7-B997-A387918022D2}" dt="2026-07-15T18:17:59.817" v="720"/>
        <pc:sldMkLst>
          <pc:docMk/>
          <pc:sldMk cId="1392786617" sldId="256"/>
        </pc:sldMkLst>
        <pc:spChg chg="mod">
          <ac:chgData name="Yvonne Chen" userId="cdf6c2fa8f1ea833" providerId="LiveId" clId="{F3BFFA0C-83EC-41A7-B997-A387918022D2}" dt="2026-07-15T18:17:59.817" v="720"/>
          <ac:spMkLst>
            <pc:docMk/>
            <pc:sldMk cId="1392786617" sldId="256"/>
            <ac:spMk id="2" creationId="{A74B4935-4F9D-4C82-88D5-F4FFEE8CBD35}"/>
          </ac:spMkLst>
        </pc:spChg>
        <pc:spChg chg="mod">
          <ac:chgData name="Yvonne Chen" userId="cdf6c2fa8f1ea833" providerId="LiveId" clId="{F3BFFA0C-83EC-41A7-B997-A387918022D2}" dt="2026-07-15T17:57:23.464" v="81"/>
          <ac:spMkLst>
            <pc:docMk/>
            <pc:sldMk cId="1392786617" sldId="256"/>
            <ac:spMk id="3" creationId="{6420B24F-885C-46A4-B4CE-E7B35E477F28}"/>
          </ac:spMkLst>
        </pc:spChg>
      </pc:sldChg>
      <pc:sldChg chg="addSp delSp modSp new mod">
        <pc:chgData name="Yvonne Chen" userId="cdf6c2fa8f1ea833" providerId="LiveId" clId="{F3BFFA0C-83EC-41A7-B997-A387918022D2}" dt="2026-07-15T17:57:58.052" v="103" actId="20577"/>
        <pc:sldMkLst>
          <pc:docMk/>
          <pc:sldMk cId="1664687707" sldId="257"/>
        </pc:sldMkLst>
        <pc:spChg chg="mod">
          <ac:chgData name="Yvonne Chen" userId="cdf6c2fa8f1ea833" providerId="LiveId" clId="{F3BFFA0C-83EC-41A7-B997-A387918022D2}" dt="2026-07-15T17:57:58.052" v="103" actId="20577"/>
          <ac:spMkLst>
            <pc:docMk/>
            <pc:sldMk cId="1664687707" sldId="257"/>
            <ac:spMk id="2" creationId="{2A83C0B2-F7D6-4C56-81A9-D1B22AB94C94}"/>
          </ac:spMkLst>
        </pc:spChg>
        <pc:spChg chg="del">
          <ac:chgData name="Yvonne Chen" userId="cdf6c2fa8f1ea833" providerId="LiveId" clId="{F3BFFA0C-83EC-41A7-B997-A387918022D2}" dt="2026-07-15T17:54:53.263" v="30" actId="931"/>
          <ac:spMkLst>
            <pc:docMk/>
            <pc:sldMk cId="1664687707" sldId="257"/>
            <ac:spMk id="3" creationId="{2FC073C8-673F-4A05-B9DF-C0D90A4C61BD}"/>
          </ac:spMkLst>
        </pc:spChg>
        <pc:spChg chg="add del">
          <ac:chgData name="Yvonne Chen" userId="cdf6c2fa8f1ea833" providerId="LiveId" clId="{F3BFFA0C-83EC-41A7-B997-A387918022D2}" dt="2026-07-15T17:56:47.918" v="60"/>
          <ac:spMkLst>
            <pc:docMk/>
            <pc:sldMk cId="1664687707" sldId="257"/>
            <ac:spMk id="8" creationId="{6C1A6485-1A80-44FE-9565-87D220ED7EAE}"/>
          </ac:spMkLst>
        </pc:spChg>
        <pc:spChg chg="add del">
          <ac:chgData name="Yvonne Chen" userId="cdf6c2fa8f1ea833" providerId="LiveId" clId="{F3BFFA0C-83EC-41A7-B997-A387918022D2}" dt="2026-07-15T17:56:51.785" v="62"/>
          <ac:spMkLst>
            <pc:docMk/>
            <pc:sldMk cId="1664687707" sldId="257"/>
            <ac:spMk id="9" creationId="{1110C43A-4BE7-4B71-86AF-6FB16E71630E}"/>
          </ac:spMkLst>
        </pc:spChg>
        <pc:picChg chg="add mod">
          <ac:chgData name="Yvonne Chen" userId="cdf6c2fa8f1ea833" providerId="LiveId" clId="{F3BFFA0C-83EC-41A7-B997-A387918022D2}" dt="2026-07-15T17:55:30.216" v="47" actId="1076"/>
          <ac:picMkLst>
            <pc:docMk/>
            <pc:sldMk cId="1664687707" sldId="257"/>
            <ac:picMk id="5" creationId="{76F8AA0C-5580-483D-9141-6707A8CF2AFB}"/>
          </ac:picMkLst>
        </pc:picChg>
        <pc:picChg chg="add mod modCrop">
          <ac:chgData name="Yvonne Chen" userId="cdf6c2fa8f1ea833" providerId="LiveId" clId="{F3BFFA0C-83EC-41A7-B997-A387918022D2}" dt="2026-07-15T17:55:27.736" v="45" actId="1076"/>
          <ac:picMkLst>
            <pc:docMk/>
            <pc:sldMk cId="1664687707" sldId="257"/>
            <ac:picMk id="7" creationId="{D2446157-1FE7-4F28-BFDE-CED5AED3B3DF}"/>
          </ac:picMkLst>
        </pc:picChg>
      </pc:sldChg>
      <pc:sldChg chg="addSp delSp modSp new mod">
        <pc:chgData name="Yvonne Chen" userId="cdf6c2fa8f1ea833" providerId="LiveId" clId="{F3BFFA0C-83EC-41A7-B997-A387918022D2}" dt="2026-07-15T18:07:42.229" v="549" actId="5793"/>
        <pc:sldMkLst>
          <pc:docMk/>
          <pc:sldMk cId="3801310763" sldId="258"/>
        </pc:sldMkLst>
        <pc:spChg chg="mod">
          <ac:chgData name="Yvonne Chen" userId="cdf6c2fa8f1ea833" providerId="LiveId" clId="{F3BFFA0C-83EC-41A7-B997-A387918022D2}" dt="2026-07-15T17:58:46.502" v="124" actId="20577"/>
          <ac:spMkLst>
            <pc:docMk/>
            <pc:sldMk cId="3801310763" sldId="258"/>
            <ac:spMk id="2" creationId="{D9A76921-AC97-49BF-8023-0C1AF06A8862}"/>
          </ac:spMkLst>
        </pc:spChg>
        <pc:spChg chg="mod">
          <ac:chgData name="Yvonne Chen" userId="cdf6c2fa8f1ea833" providerId="LiveId" clId="{F3BFFA0C-83EC-41A7-B997-A387918022D2}" dt="2026-07-15T18:07:42.229" v="549" actId="5793"/>
          <ac:spMkLst>
            <pc:docMk/>
            <pc:sldMk cId="3801310763" sldId="258"/>
            <ac:spMk id="3" creationId="{6D91D142-EDEF-47D6-9FD9-442AAB36A409}"/>
          </ac:spMkLst>
        </pc:spChg>
        <pc:spChg chg="add del">
          <ac:chgData name="Yvonne Chen" userId="cdf6c2fa8f1ea833" providerId="LiveId" clId="{F3BFFA0C-83EC-41A7-B997-A387918022D2}" dt="2026-07-15T18:04:22.166" v="354"/>
          <ac:spMkLst>
            <pc:docMk/>
            <pc:sldMk cId="3801310763" sldId="258"/>
            <ac:spMk id="4" creationId="{BC162859-F7FA-4FFB-AC74-3A36CAE5E4F2}"/>
          </ac:spMkLst>
        </pc:spChg>
        <pc:spChg chg="add del">
          <ac:chgData name="Yvonne Chen" userId="cdf6c2fa8f1ea833" providerId="LiveId" clId="{F3BFFA0C-83EC-41A7-B997-A387918022D2}" dt="2026-07-15T18:06:55.009" v="457"/>
          <ac:spMkLst>
            <pc:docMk/>
            <pc:sldMk cId="3801310763" sldId="258"/>
            <ac:spMk id="5" creationId="{0A8B4C48-595A-4198-8979-B82CF18E79B6}"/>
          </ac:spMkLst>
        </pc:spChg>
      </pc:sldChg>
      <pc:sldChg chg="addSp delSp modSp new mod">
        <pc:chgData name="Yvonne Chen" userId="cdf6c2fa8f1ea833" providerId="LiveId" clId="{F3BFFA0C-83EC-41A7-B997-A387918022D2}" dt="2026-07-15T18:18:56.103" v="738"/>
        <pc:sldMkLst>
          <pc:docMk/>
          <pc:sldMk cId="4221228211" sldId="259"/>
        </pc:sldMkLst>
        <pc:spChg chg="mod">
          <ac:chgData name="Yvonne Chen" userId="cdf6c2fa8f1ea833" providerId="LiveId" clId="{F3BFFA0C-83EC-41A7-B997-A387918022D2}" dt="2026-07-15T18:18:56.103" v="738"/>
          <ac:spMkLst>
            <pc:docMk/>
            <pc:sldMk cId="4221228211" sldId="259"/>
            <ac:spMk id="2" creationId="{2D92B9AE-9D00-470D-8DF5-EA3FFCF5A78D}"/>
          </ac:spMkLst>
        </pc:spChg>
        <pc:spChg chg="del">
          <ac:chgData name="Yvonne Chen" userId="cdf6c2fa8f1ea833" providerId="LiveId" clId="{F3BFFA0C-83EC-41A7-B997-A387918022D2}" dt="2026-07-15T18:07:53.312" v="553" actId="931"/>
          <ac:spMkLst>
            <pc:docMk/>
            <pc:sldMk cId="4221228211" sldId="259"/>
            <ac:spMk id="3" creationId="{FC11C30D-EE98-40FE-80EB-772A501CF5C9}"/>
          </ac:spMkLst>
        </pc:spChg>
        <pc:picChg chg="add mod">
          <ac:chgData name="Yvonne Chen" userId="cdf6c2fa8f1ea833" providerId="LiveId" clId="{F3BFFA0C-83EC-41A7-B997-A387918022D2}" dt="2026-07-15T18:07:59.120" v="556" actId="1076"/>
          <ac:picMkLst>
            <pc:docMk/>
            <pc:sldMk cId="4221228211" sldId="259"/>
            <ac:picMk id="5" creationId="{E3C8AEA0-A09D-4045-9C25-291200095E19}"/>
          </ac:picMkLst>
        </pc:picChg>
      </pc:sldChg>
      <pc:sldChg chg="addSp delSp modSp add mod">
        <pc:chgData name="Yvonne Chen" userId="cdf6c2fa8f1ea833" providerId="LiveId" clId="{F3BFFA0C-83EC-41A7-B997-A387918022D2}" dt="2026-07-15T18:18:42.595" v="733" actId="404"/>
        <pc:sldMkLst>
          <pc:docMk/>
          <pc:sldMk cId="1850273560" sldId="260"/>
        </pc:sldMkLst>
        <pc:spChg chg="mod">
          <ac:chgData name="Yvonne Chen" userId="cdf6c2fa8f1ea833" providerId="LiveId" clId="{F3BFFA0C-83EC-41A7-B997-A387918022D2}" dt="2026-07-15T18:18:42.595" v="733" actId="404"/>
          <ac:spMkLst>
            <pc:docMk/>
            <pc:sldMk cId="1850273560" sldId="260"/>
            <ac:spMk id="2" creationId="{2D92B9AE-9D00-470D-8DF5-EA3FFCF5A78D}"/>
          </ac:spMkLst>
        </pc:spChg>
        <pc:spChg chg="add del mod">
          <ac:chgData name="Yvonne Chen" userId="cdf6c2fa8f1ea833" providerId="LiveId" clId="{F3BFFA0C-83EC-41A7-B997-A387918022D2}" dt="2026-07-15T18:09:09.552" v="676" actId="931"/>
          <ac:spMkLst>
            <pc:docMk/>
            <pc:sldMk cId="1850273560" sldId="260"/>
            <ac:spMk id="4" creationId="{571659B1-54BF-4414-8E1B-6F3CD937EF4A}"/>
          </ac:spMkLst>
        </pc:spChg>
        <pc:picChg chg="del">
          <ac:chgData name="Yvonne Chen" userId="cdf6c2fa8f1ea833" providerId="LiveId" clId="{F3BFFA0C-83EC-41A7-B997-A387918022D2}" dt="2026-07-15T18:08:56.963" v="674" actId="478"/>
          <ac:picMkLst>
            <pc:docMk/>
            <pc:sldMk cId="1850273560" sldId="260"/>
            <ac:picMk id="5" creationId="{E3C8AEA0-A09D-4045-9C25-291200095E19}"/>
          </ac:picMkLst>
        </pc:picChg>
        <pc:picChg chg="add mod">
          <ac:chgData name="Yvonne Chen" userId="cdf6c2fa8f1ea833" providerId="LiveId" clId="{F3BFFA0C-83EC-41A7-B997-A387918022D2}" dt="2026-07-15T18:09:09.552" v="676" actId="931"/>
          <ac:picMkLst>
            <pc:docMk/>
            <pc:sldMk cId="1850273560" sldId="260"/>
            <ac:picMk id="7" creationId="{D12553EE-73E8-411D-BD24-A58E778802A0}"/>
          </ac:picMkLst>
        </pc:picChg>
      </pc:sldChg>
      <pc:sldChg chg="new del">
        <pc:chgData name="Yvonne Chen" userId="cdf6c2fa8f1ea833" providerId="LiveId" clId="{F3BFFA0C-83EC-41A7-B997-A387918022D2}" dt="2026-07-15T18:08:52.802" v="672" actId="680"/>
        <pc:sldMkLst>
          <pc:docMk/>
          <pc:sldMk cId="2018241713" sldId="260"/>
        </pc:sldMkLst>
      </pc:sldChg>
      <pc:sldChg chg="addSp delSp modSp add mod">
        <pc:chgData name="Yvonne Chen" userId="cdf6c2fa8f1ea833" providerId="LiveId" clId="{F3BFFA0C-83EC-41A7-B997-A387918022D2}" dt="2026-07-15T18:19:05.481" v="741"/>
        <pc:sldMkLst>
          <pc:docMk/>
          <pc:sldMk cId="642243539" sldId="261"/>
        </pc:sldMkLst>
        <pc:spChg chg="mod">
          <ac:chgData name="Yvonne Chen" userId="cdf6c2fa8f1ea833" providerId="LiveId" clId="{F3BFFA0C-83EC-41A7-B997-A387918022D2}" dt="2026-07-15T18:19:05.481" v="741"/>
          <ac:spMkLst>
            <pc:docMk/>
            <pc:sldMk cId="642243539" sldId="261"/>
            <ac:spMk id="2" creationId="{2D92B9AE-9D00-470D-8DF5-EA3FFCF5A78D}"/>
          </ac:spMkLst>
        </pc:spChg>
        <pc:spChg chg="add del mod">
          <ac:chgData name="Yvonne Chen" userId="cdf6c2fa8f1ea833" providerId="LiveId" clId="{F3BFFA0C-83EC-41A7-B997-A387918022D2}" dt="2026-07-15T18:09:50.203" v="717" actId="931"/>
          <ac:spMkLst>
            <pc:docMk/>
            <pc:sldMk cId="642243539" sldId="261"/>
            <ac:spMk id="4" creationId="{13B9CBEA-4446-4642-8CA3-CD5302B292A4}"/>
          </ac:spMkLst>
        </pc:spChg>
        <pc:picChg chg="add mod">
          <ac:chgData name="Yvonne Chen" userId="cdf6c2fa8f1ea833" providerId="LiveId" clId="{F3BFFA0C-83EC-41A7-B997-A387918022D2}" dt="2026-07-15T18:09:53.904" v="719" actId="1076"/>
          <ac:picMkLst>
            <pc:docMk/>
            <pc:sldMk cId="642243539" sldId="261"/>
            <ac:picMk id="6" creationId="{9730D04C-AD9C-4504-A47A-A069EBBD8CE8}"/>
          </ac:picMkLst>
        </pc:picChg>
        <pc:picChg chg="del">
          <ac:chgData name="Yvonne Chen" userId="cdf6c2fa8f1ea833" providerId="LiveId" clId="{F3BFFA0C-83EC-41A7-B997-A387918022D2}" dt="2026-07-15T18:09:46.224" v="716" actId="478"/>
          <ac:picMkLst>
            <pc:docMk/>
            <pc:sldMk cId="642243539" sldId="261"/>
            <ac:picMk id="7" creationId="{D12553EE-73E8-411D-BD24-A58E778802A0}"/>
          </ac:picMkLst>
        </pc:picChg>
      </pc:sldChg>
      <pc:sldChg chg="new del">
        <pc:chgData name="Yvonne Chen" userId="cdf6c2fa8f1ea833" providerId="LiveId" clId="{F3BFFA0C-83EC-41A7-B997-A387918022D2}" dt="2026-07-15T18:09:35.744" v="712" actId="47"/>
        <pc:sldMkLst>
          <pc:docMk/>
          <pc:sldMk cId="3947521082" sldId="261"/>
        </pc:sldMkLst>
      </pc:sldChg>
      <pc:sldChg chg="addSp delSp modSp new mod">
        <pc:chgData name="Yvonne Chen" userId="cdf6c2fa8f1ea833" providerId="LiveId" clId="{F3BFFA0C-83EC-41A7-B997-A387918022D2}" dt="2026-07-15T18:32:39.952" v="878" actId="207"/>
        <pc:sldMkLst>
          <pc:docMk/>
          <pc:sldMk cId="242458066" sldId="262"/>
        </pc:sldMkLst>
        <pc:spChg chg="mod">
          <ac:chgData name="Yvonne Chen" userId="cdf6c2fa8f1ea833" providerId="LiveId" clId="{F3BFFA0C-83EC-41A7-B997-A387918022D2}" dt="2026-07-15T18:32:34.125" v="877" actId="20577"/>
          <ac:spMkLst>
            <pc:docMk/>
            <pc:sldMk cId="242458066" sldId="262"/>
            <ac:spMk id="2" creationId="{84B6706A-F5D5-47EB-B2B1-EFEA1F3851BE}"/>
          </ac:spMkLst>
        </pc:spChg>
        <pc:spChg chg="del mod">
          <ac:chgData name="Yvonne Chen" userId="cdf6c2fa8f1ea833" providerId="LiveId" clId="{F3BFFA0C-83EC-41A7-B997-A387918022D2}" dt="2026-07-15T18:29:33.720" v="806" actId="478"/>
          <ac:spMkLst>
            <pc:docMk/>
            <pc:sldMk cId="242458066" sldId="262"/>
            <ac:spMk id="3" creationId="{CB4D9102-699D-4A45-8115-058B017EE224}"/>
          </ac:spMkLst>
        </pc:spChg>
        <pc:spChg chg="add del mod">
          <ac:chgData name="Yvonne Chen" userId="cdf6c2fa8f1ea833" providerId="LiveId" clId="{F3BFFA0C-83EC-41A7-B997-A387918022D2}" dt="2026-07-15T18:29:35.571" v="807" actId="478"/>
          <ac:spMkLst>
            <pc:docMk/>
            <pc:sldMk cId="242458066" sldId="262"/>
            <ac:spMk id="5" creationId="{8086D6B9-BB2B-4DAF-B89A-7BCD3A5B2E47}"/>
          </ac:spMkLst>
        </pc:spChg>
        <pc:spChg chg="add mod">
          <ac:chgData name="Yvonne Chen" userId="cdf6c2fa8f1ea833" providerId="LiveId" clId="{F3BFFA0C-83EC-41A7-B997-A387918022D2}" dt="2026-07-15T18:32:39.952" v="878" actId="207"/>
          <ac:spMkLst>
            <pc:docMk/>
            <pc:sldMk cId="242458066" sldId="262"/>
            <ac:spMk id="7" creationId="{9ACE67A2-B42B-48A5-B30C-2DE9356C094E}"/>
          </ac:spMkLst>
        </pc:spChg>
      </pc:sldChg>
      <pc:sldChg chg="addSp delSp modSp new mod">
        <pc:chgData name="Yvonne Chen" userId="cdf6c2fa8f1ea833" providerId="LiveId" clId="{F3BFFA0C-83EC-41A7-B997-A387918022D2}" dt="2026-07-15T18:32:20.366" v="864" actId="20577"/>
        <pc:sldMkLst>
          <pc:docMk/>
          <pc:sldMk cId="1371318390" sldId="263"/>
        </pc:sldMkLst>
        <pc:spChg chg="mod">
          <ac:chgData name="Yvonne Chen" userId="cdf6c2fa8f1ea833" providerId="LiveId" clId="{F3BFFA0C-83EC-41A7-B997-A387918022D2}" dt="2026-07-15T18:32:20.366" v="864" actId="20577"/>
          <ac:spMkLst>
            <pc:docMk/>
            <pc:sldMk cId="1371318390" sldId="263"/>
            <ac:spMk id="2" creationId="{12795A2F-B957-47EF-B490-1DE5CEC2F50B}"/>
          </ac:spMkLst>
        </pc:spChg>
        <pc:spChg chg="del mod">
          <ac:chgData name="Yvonne Chen" userId="cdf6c2fa8f1ea833" providerId="LiveId" clId="{F3BFFA0C-83EC-41A7-B997-A387918022D2}" dt="2026-07-15T18:31:30.078" v="856" actId="931"/>
          <ac:spMkLst>
            <pc:docMk/>
            <pc:sldMk cId="1371318390" sldId="263"/>
            <ac:spMk id="3" creationId="{F3FC030D-237C-4954-926A-6D681F18344F}"/>
          </ac:spMkLst>
        </pc:spChg>
        <pc:picChg chg="add mod">
          <ac:chgData name="Yvonne Chen" userId="cdf6c2fa8f1ea833" providerId="LiveId" clId="{F3BFFA0C-83EC-41A7-B997-A387918022D2}" dt="2026-07-15T18:31:32.256" v="858" actId="1076"/>
          <ac:picMkLst>
            <pc:docMk/>
            <pc:sldMk cId="1371318390" sldId="263"/>
            <ac:picMk id="5" creationId="{BDE5127C-E22F-48D4-AC47-732A1DD73E2E}"/>
          </ac:picMkLst>
        </pc:picChg>
        <pc:picChg chg="add mod">
          <ac:chgData name="Yvonne Chen" userId="cdf6c2fa8f1ea833" providerId="LiveId" clId="{F3BFFA0C-83EC-41A7-B997-A387918022D2}" dt="2026-07-15T18:32:14.647" v="862" actId="1076"/>
          <ac:picMkLst>
            <pc:docMk/>
            <pc:sldMk cId="1371318390" sldId="263"/>
            <ac:picMk id="7" creationId="{4EE43DE6-AE94-45F2-B0DE-78ECA351FDFF}"/>
          </ac:picMkLst>
        </pc:picChg>
      </pc:sldChg>
      <pc:sldChg chg="new del">
        <pc:chgData name="Yvonne Chen" userId="cdf6c2fa8f1ea833" providerId="LiveId" clId="{F3BFFA0C-83EC-41A7-B997-A387918022D2}" dt="2026-07-15T18:31:17.507" v="852" actId="680"/>
        <pc:sldMkLst>
          <pc:docMk/>
          <pc:sldMk cId="132306054" sldId="26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TW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TW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E3D1D-477D-4FAC-B018-D853C7D58C3C}" type="datetimeFigureOut">
              <a:rPr lang="zh-TW" altLang="en-US" smtClean="0"/>
              <a:t>2026/7/16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D0A42-D863-4CC9-B210-9B3B0CEE2FF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11307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E3D1D-477D-4FAC-B018-D853C7D58C3C}" type="datetimeFigureOut">
              <a:rPr lang="zh-TW" altLang="en-US" smtClean="0"/>
              <a:t>2026/7/16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D0A42-D863-4CC9-B210-9B3B0CEE2FF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1224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TW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E3D1D-477D-4FAC-B018-D853C7D58C3C}" type="datetimeFigureOut">
              <a:rPr lang="zh-TW" altLang="en-US" smtClean="0"/>
              <a:t>2026/7/16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D0A42-D863-4CC9-B210-9B3B0CEE2FF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62705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E3D1D-477D-4FAC-B018-D853C7D58C3C}" type="datetimeFigureOut">
              <a:rPr lang="zh-TW" altLang="en-US" smtClean="0"/>
              <a:t>2026/7/16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D0A42-D863-4CC9-B210-9B3B0CEE2FF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94273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E3D1D-477D-4FAC-B018-D853C7D58C3C}" type="datetimeFigureOut">
              <a:rPr lang="zh-TW" altLang="en-US" smtClean="0"/>
              <a:t>2026/7/16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D0A42-D863-4CC9-B210-9B3B0CEE2FF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38324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E3D1D-477D-4FAC-B018-D853C7D58C3C}" type="datetimeFigureOut">
              <a:rPr lang="zh-TW" altLang="en-US" smtClean="0"/>
              <a:t>2026/7/16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D0A42-D863-4CC9-B210-9B3B0CEE2FF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210884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E3D1D-477D-4FAC-B018-D853C7D58C3C}" type="datetimeFigureOut">
              <a:rPr lang="zh-TW" altLang="en-US" smtClean="0"/>
              <a:t>2026/7/16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D0A42-D863-4CC9-B210-9B3B0CEE2FF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916039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TW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E3D1D-477D-4FAC-B018-D853C7D58C3C}" type="datetimeFigureOut">
              <a:rPr lang="zh-TW" altLang="en-US" smtClean="0"/>
              <a:t>2026/7/16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D0A42-D863-4CC9-B210-9B3B0CEE2FF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59546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TW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TW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E3D1D-477D-4FAC-B018-D853C7D58C3C}" type="datetimeFigureOut">
              <a:rPr lang="zh-TW" altLang="en-US" smtClean="0"/>
              <a:t>2026/7/16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D0A42-D863-4CC9-B210-9B3B0CEE2FF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75531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E3D1D-477D-4FAC-B018-D853C7D58C3C}" type="datetimeFigureOut">
              <a:rPr lang="zh-TW" altLang="en-US" smtClean="0"/>
              <a:t>2026/7/16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D0A42-D863-4CC9-B210-9B3B0CEE2FF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49683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E3D1D-477D-4FAC-B018-D853C7D58C3C}" type="datetimeFigureOut">
              <a:rPr lang="zh-TW" altLang="en-US" smtClean="0"/>
              <a:t>2026/7/16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D0A42-D863-4CC9-B210-9B3B0CEE2FF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99797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TW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CE3D1D-477D-4FAC-B018-D853C7D58C3C}" type="datetimeFigureOut">
              <a:rPr lang="zh-TW" altLang="en-US" smtClean="0"/>
              <a:t>2026/7/16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1D0A42-D863-4CC9-B210-9B3B0CEE2FF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94707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B4935-4F9D-4C82-88D5-F4FFEE8CBD3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Feature Extraction and Feature Space Analysis</a:t>
            </a:r>
            <a:endParaRPr lang="zh-TW" alt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20B24F-885C-46A4-B4CE-E7B35E477F2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927866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3C0B2-F7D6-4C56-81A9-D1B22AB94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zh-TW" dirty="0"/>
              <a:t>Preprocessing: </a:t>
            </a:r>
            <a:r>
              <a:rPr lang="en-CA" altLang="zh-TW" dirty="0" err="1"/>
              <a:t>Savitzky</a:t>
            </a:r>
            <a:r>
              <a:rPr lang="en-CA" altLang="zh-TW" dirty="0"/>
              <a:t>–</a:t>
            </a:r>
            <a:r>
              <a:rPr lang="en-CA" altLang="zh-TW" dirty="0" err="1"/>
              <a:t>Golay</a:t>
            </a:r>
            <a:r>
              <a:rPr lang="en-CA" altLang="zh-TW" dirty="0"/>
              <a:t> Filter</a:t>
            </a:r>
            <a:endParaRPr lang="zh-TW" alt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6F8AA0C-5580-483D-9141-6707A8CF2A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334" y="1906676"/>
            <a:ext cx="5886666" cy="304464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2446157-1FE7-4F28-BFDE-CED5AED3B3D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57" r="4585" b="4343"/>
          <a:stretch/>
        </p:blipFill>
        <p:spPr>
          <a:xfrm>
            <a:off x="5852991" y="1951893"/>
            <a:ext cx="5978022" cy="3147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6877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76921-AC97-49BF-8023-0C1AF06A8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Feature Extraction</a:t>
            </a:r>
            <a:endParaRPr lang="zh-TW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91D142-EDEF-47D6-9FD9-442AAB36A4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62 sensors</a:t>
            </a:r>
          </a:p>
          <a:p>
            <a:r>
              <a:rPr lang="en-US" altLang="zh-TW" dirty="0"/>
              <a:t>Each sensor provides 5 features: R</a:t>
            </a:r>
            <a:r>
              <a:rPr lang="en-US" altLang="zh-TW" baseline="-25000" dirty="0"/>
              <a:t>0</a:t>
            </a:r>
            <a:r>
              <a:rPr lang="en-US" altLang="zh-TW" dirty="0"/>
              <a:t>, </a:t>
            </a:r>
            <a:r>
              <a:rPr lang="en-US" altLang="zh-TW" dirty="0" err="1"/>
              <a:t>R</a:t>
            </a:r>
            <a:r>
              <a:rPr lang="en-US" altLang="zh-TW" baseline="-25000" dirty="0" err="1"/>
              <a:t>max</a:t>
            </a:r>
            <a:r>
              <a:rPr lang="en-US" altLang="zh-TW" dirty="0"/>
              <a:t>, (</a:t>
            </a:r>
            <a:r>
              <a:rPr lang="en-US" altLang="zh-TW" dirty="0" err="1"/>
              <a:t>R</a:t>
            </a:r>
            <a:r>
              <a:rPr lang="en-US" altLang="zh-TW" baseline="-25000" dirty="0" err="1"/>
              <a:t>max</a:t>
            </a:r>
            <a:r>
              <a:rPr lang="en-US" altLang="zh-TW" dirty="0"/>
              <a:t>- R</a:t>
            </a:r>
            <a:r>
              <a:rPr lang="en-US" altLang="zh-TW" baseline="-25000" dirty="0"/>
              <a:t>0</a:t>
            </a:r>
            <a:r>
              <a:rPr lang="en-US" altLang="zh-TW" dirty="0"/>
              <a:t>)/ R</a:t>
            </a:r>
            <a:r>
              <a:rPr lang="en-US" altLang="zh-TW" baseline="-25000" dirty="0"/>
              <a:t>0 ,</a:t>
            </a:r>
            <a:r>
              <a:rPr lang="en-US" altLang="zh-TW" dirty="0"/>
              <a:t> </a:t>
            </a:r>
            <a:r>
              <a:rPr lang="en-US" altLang="zh-TW" dirty="0" err="1"/>
              <a:t>R</a:t>
            </a:r>
            <a:r>
              <a:rPr lang="en-US" altLang="zh-TW" baseline="-25000" dirty="0" err="1"/>
              <a:t>plateau</a:t>
            </a:r>
            <a:r>
              <a:rPr lang="en-US" altLang="zh-TW" baseline="-25000" dirty="0"/>
              <a:t> ,</a:t>
            </a:r>
            <a:r>
              <a:rPr lang="en-US" altLang="zh-TW" dirty="0"/>
              <a:t>AUC</a:t>
            </a:r>
          </a:p>
          <a:p>
            <a:r>
              <a:rPr lang="en-US" altLang="zh-TW" dirty="0"/>
              <a:t> 62*6 features for each gas</a:t>
            </a:r>
          </a:p>
          <a:p>
            <a:r>
              <a:rPr lang="en-US" altLang="zh-TW" dirty="0"/>
              <a:t>Dataset: </a:t>
            </a:r>
            <a:r>
              <a:rPr lang="en-US" altLang="zh-TW" dirty="0" err="1"/>
              <a:t>zenodo_long_term_drift</a:t>
            </a:r>
            <a:endParaRPr lang="en-US" altLang="zh-TW" dirty="0"/>
          </a:p>
          <a:p>
            <a:pPr lvl="1"/>
            <a:r>
              <a:rPr lang="en-US" altLang="zh-TW" dirty="0"/>
              <a:t>62 sensors</a:t>
            </a:r>
          </a:p>
          <a:p>
            <a:pPr lvl="1"/>
            <a:r>
              <a:rPr lang="en-US" altLang="zh-TW" dirty="0"/>
              <a:t>700 time-series * 12 months</a:t>
            </a:r>
          </a:p>
          <a:p>
            <a:pPr lvl="1"/>
            <a:r>
              <a:rPr lang="en-US" altLang="zh-TW" dirty="0"/>
              <a:t>Diacetyl(0.1ppm,1ppm), </a:t>
            </a:r>
            <a:r>
              <a:rPr lang="en-US" altLang="zh-TW" dirty="0" err="1"/>
              <a:t>phenylethanol</a:t>
            </a:r>
            <a:r>
              <a:rPr lang="en-US" altLang="zh-TW" dirty="0"/>
              <a:t>(200ppm,1000ppm), ethanol(2 unknown concentration)</a:t>
            </a:r>
          </a:p>
          <a:p>
            <a:pPr marL="457200" lvl="1" indent="0">
              <a:buNone/>
            </a:pP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8013107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95A2F-B957-47EF-B490-1DE5CEC2F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Feature table</a:t>
            </a:r>
            <a:endParaRPr lang="zh-TW" alt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DE5127C-E22F-48D4-AC47-732A1DD73E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4435357" cy="435133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EE43DE6-AE94-45F2-B0DE-78ECA351FD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3571" y="1991762"/>
            <a:ext cx="5414213" cy="2327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3183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2B9AE-9D00-470D-8DF5-EA3FFCF5A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200" dirty="0"/>
              <a:t>PCA Analysis: Influence of Concentration Variation (Day 1)</a:t>
            </a:r>
            <a:endParaRPr lang="zh-TW" altLang="en-US" sz="32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3C8AEA0-A09D-4045-9C25-291200095E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7407" y="1690688"/>
            <a:ext cx="5439172" cy="4351338"/>
          </a:xfrm>
        </p:spPr>
      </p:pic>
    </p:spTree>
    <p:extLst>
      <p:ext uri="{BB962C8B-B14F-4D97-AF65-F5344CB8AC3E}">
        <p14:creationId xmlns:p14="http://schemas.microsoft.com/office/powerpoint/2010/main" val="42212282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2B9AE-9D00-470D-8DF5-EA3FFCF5A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200" dirty="0"/>
              <a:t>PCA Analysis: Removing Concentration Variation (Day 1)</a:t>
            </a:r>
            <a:endParaRPr lang="zh-TW" altLang="en-US" sz="320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12553EE-73E8-411D-BD24-A58E778802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4657" y="1825625"/>
            <a:ext cx="5482685" cy="4351338"/>
          </a:xfrm>
        </p:spPr>
      </p:pic>
    </p:spTree>
    <p:extLst>
      <p:ext uri="{BB962C8B-B14F-4D97-AF65-F5344CB8AC3E}">
        <p14:creationId xmlns:p14="http://schemas.microsoft.com/office/powerpoint/2010/main" val="18502735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2B9AE-9D00-470D-8DF5-EA3FFCF5A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/>
              <a:t>PCA Analysis: Effect of Long-term Drift (Day 1–3)</a:t>
            </a:r>
            <a:endParaRPr lang="zh-TW" altLang="en-US" sz="36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730D04C-AD9C-4504-A47A-A069EBBD8C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719" y="1809000"/>
            <a:ext cx="5482685" cy="4351338"/>
          </a:xfrm>
        </p:spPr>
      </p:pic>
    </p:spTree>
    <p:extLst>
      <p:ext uri="{BB962C8B-B14F-4D97-AF65-F5344CB8AC3E}">
        <p14:creationId xmlns:p14="http://schemas.microsoft.com/office/powerpoint/2010/main" val="6422435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6706A-F5D5-47EB-B2B1-EFEA1F385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Future Work:</a:t>
            </a:r>
            <a:br>
              <a:rPr lang="en-US" altLang="zh-TW" dirty="0"/>
            </a:br>
            <a:r>
              <a:rPr lang="en-US" altLang="zh-TW" dirty="0"/>
              <a:t>Classification pipeline</a:t>
            </a:r>
            <a:endParaRPr lang="zh-TW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CE67A2-B42B-48A5-B30C-2DE9356C094E}"/>
              </a:ext>
            </a:extLst>
          </p:cNvPr>
          <p:cNvSpPr txBox="1"/>
          <p:nvPr/>
        </p:nvSpPr>
        <p:spPr>
          <a:xfrm>
            <a:off x="7068458" y="163860"/>
            <a:ext cx="3933371" cy="66941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100" dirty="0">
                <a:solidFill>
                  <a:schemeClr val="accent1"/>
                </a:solidFill>
              </a:rPr>
              <a:t>Raw Sensor Response</a:t>
            </a:r>
          </a:p>
          <a:p>
            <a:r>
              <a:rPr lang="zh-TW" altLang="en-US" sz="1100" dirty="0">
                <a:solidFill>
                  <a:schemeClr val="accent1"/>
                </a:solidFill>
              </a:rPr>
              <a:t>        │</a:t>
            </a:r>
          </a:p>
          <a:p>
            <a:r>
              <a:rPr lang="zh-TW" altLang="en-US" sz="1100" dirty="0">
                <a:solidFill>
                  <a:schemeClr val="accent1"/>
                </a:solidFill>
              </a:rPr>
              <a:t>        ▼</a:t>
            </a:r>
          </a:p>
          <a:p>
            <a:r>
              <a:rPr lang="zh-TW" altLang="en-US" sz="1100" dirty="0">
                <a:solidFill>
                  <a:schemeClr val="accent1"/>
                </a:solidFill>
              </a:rPr>
              <a:t>Feature Extraction</a:t>
            </a:r>
          </a:p>
          <a:p>
            <a:r>
              <a:rPr lang="zh-TW" altLang="en-US" sz="1100" dirty="0">
                <a:solidFill>
                  <a:schemeClr val="accent1"/>
                </a:solidFill>
              </a:rPr>
              <a:t>(372 features)</a:t>
            </a:r>
          </a:p>
          <a:p>
            <a:r>
              <a:rPr lang="zh-TW" altLang="en-US" sz="1100" dirty="0">
                <a:solidFill>
                  <a:schemeClr val="accent1"/>
                </a:solidFill>
              </a:rPr>
              <a:t>        │</a:t>
            </a:r>
          </a:p>
          <a:p>
            <a:r>
              <a:rPr lang="zh-TW" altLang="en-US" sz="1100" dirty="0">
                <a:solidFill>
                  <a:schemeClr val="accent1"/>
                </a:solidFill>
              </a:rPr>
              <a:t>        ▼</a:t>
            </a:r>
          </a:p>
          <a:p>
            <a:r>
              <a:rPr lang="zh-TW" altLang="en-US" sz="1100" dirty="0">
                <a:solidFill>
                  <a:schemeClr val="accent1"/>
                </a:solidFill>
              </a:rPr>
              <a:t>Feature Validation</a:t>
            </a:r>
          </a:p>
          <a:p>
            <a:r>
              <a:rPr lang="zh-TW" altLang="en-US" sz="1100" dirty="0">
                <a:solidFill>
                  <a:schemeClr val="accent1"/>
                </a:solidFill>
              </a:rPr>
              <a:t>(Response curve + PCA)</a:t>
            </a:r>
          </a:p>
          <a:p>
            <a:r>
              <a:rPr lang="zh-TW" altLang="en-US" sz="1100" dirty="0">
                <a:solidFill>
                  <a:schemeClr val="accent1"/>
                </a:solidFill>
              </a:rPr>
              <a:t>        │</a:t>
            </a:r>
          </a:p>
          <a:p>
            <a:r>
              <a:rPr lang="zh-TW" altLang="en-US" sz="1100" dirty="0">
                <a:solidFill>
                  <a:schemeClr val="accent1"/>
                </a:solidFill>
              </a:rPr>
              <a:t>        ▼</a:t>
            </a:r>
          </a:p>
          <a:p>
            <a:r>
              <a:rPr lang="zh-TW" altLang="en-US" sz="1100" dirty="0">
                <a:solidFill>
                  <a:schemeClr val="accent1"/>
                </a:solidFill>
              </a:rPr>
              <a:t>Baseline Drift Analysis</a:t>
            </a:r>
          </a:p>
          <a:p>
            <a:r>
              <a:rPr lang="zh-TW" altLang="en-US" sz="1100" dirty="0">
                <a:solidFill>
                  <a:schemeClr val="accent1"/>
                </a:solidFill>
              </a:rPr>
              <a:t>(PCA Loading)</a:t>
            </a:r>
          </a:p>
          <a:p>
            <a:r>
              <a:rPr lang="zh-TW" altLang="en-US" sz="1100" dirty="0">
                <a:solidFill>
                  <a:schemeClr val="accent1"/>
                </a:solidFill>
              </a:rPr>
              <a:t>        │</a:t>
            </a:r>
          </a:p>
          <a:p>
            <a:r>
              <a:rPr lang="zh-TW" altLang="en-US" sz="1100" dirty="0">
                <a:solidFill>
                  <a:schemeClr val="accent1"/>
                </a:solidFill>
              </a:rPr>
              <a:t>        ▼</a:t>
            </a:r>
          </a:p>
          <a:p>
            <a:r>
              <a:rPr lang="zh-TW" altLang="en-US" sz="1100" dirty="0">
                <a:solidFill>
                  <a:schemeClr val="accent1"/>
                </a:solidFill>
              </a:rPr>
              <a:t>Feature Screening</a:t>
            </a:r>
          </a:p>
          <a:p>
            <a:r>
              <a:rPr lang="zh-TW" altLang="en-US" sz="1100" dirty="0">
                <a:solidFill>
                  <a:schemeClr val="accent1"/>
                </a:solidFill>
              </a:rPr>
              <a:t>(Remove drift-sensitive features)</a:t>
            </a:r>
          </a:p>
          <a:p>
            <a:r>
              <a:rPr lang="zh-TW" altLang="en-US" sz="1100" dirty="0">
                <a:solidFill>
                  <a:schemeClr val="accent1"/>
                </a:solidFill>
              </a:rPr>
              <a:t>        │</a:t>
            </a:r>
          </a:p>
          <a:p>
            <a:r>
              <a:rPr lang="zh-TW" altLang="en-US" sz="1100" dirty="0">
                <a:solidFill>
                  <a:schemeClr val="accent1"/>
                </a:solidFill>
              </a:rPr>
              <a:t>        ▼</a:t>
            </a:r>
          </a:p>
          <a:p>
            <a:r>
              <a:rPr lang="zh-TW" altLang="en-US" sz="1100" dirty="0">
                <a:solidFill>
                  <a:schemeClr val="accent1"/>
                </a:solidFill>
              </a:rPr>
              <a:t>310 features</a:t>
            </a:r>
          </a:p>
          <a:p>
            <a:r>
              <a:rPr lang="zh-TW" altLang="en-US" sz="1100" dirty="0">
                <a:solidFill>
                  <a:schemeClr val="accent1"/>
                </a:solidFill>
              </a:rPr>
              <a:t>        │</a:t>
            </a:r>
          </a:p>
          <a:p>
            <a:r>
              <a:rPr lang="zh-TW" altLang="en-US" sz="1100" dirty="0">
                <a:solidFill>
                  <a:schemeClr val="accent1"/>
                </a:solidFill>
              </a:rPr>
              <a:t>        ├────────────────┐</a:t>
            </a:r>
          </a:p>
          <a:p>
            <a:r>
              <a:rPr lang="zh-TW" altLang="en-US" sz="1100" dirty="0">
                <a:solidFill>
                  <a:schemeClr val="accent1"/>
                </a:solidFill>
              </a:rPr>
              <a:t>        │                │</a:t>
            </a:r>
          </a:p>
          <a:p>
            <a:r>
              <a:rPr lang="zh-TW" altLang="en-US" sz="1100" dirty="0">
                <a:solidFill>
                  <a:schemeClr val="accent1"/>
                </a:solidFill>
              </a:rPr>
              <a:t>        ▼                ▼</a:t>
            </a:r>
          </a:p>
          <a:p>
            <a:r>
              <a:rPr lang="zh-TW" altLang="en-US" sz="1100" dirty="0">
                <a:solidFill>
                  <a:schemeClr val="accent1"/>
                </a:solidFill>
              </a:rPr>
              <a:t>   SVM-RFE             MDIP</a:t>
            </a:r>
          </a:p>
          <a:p>
            <a:r>
              <a:rPr lang="zh-TW" altLang="en-US" sz="1100" dirty="0">
                <a:solidFill>
                  <a:schemeClr val="accent1"/>
                </a:solidFill>
              </a:rPr>
              <a:t> (Wrapper)       (Classifier-independent)</a:t>
            </a:r>
          </a:p>
          <a:p>
            <a:r>
              <a:rPr lang="zh-TW" altLang="en-US" sz="1100" dirty="0">
                <a:solidFill>
                  <a:schemeClr val="accent1"/>
                </a:solidFill>
              </a:rPr>
              <a:t>        │                │</a:t>
            </a:r>
          </a:p>
          <a:p>
            <a:r>
              <a:rPr lang="zh-TW" altLang="en-US" sz="1100" dirty="0">
                <a:solidFill>
                  <a:schemeClr val="accent1"/>
                </a:solidFill>
              </a:rPr>
              <a:t>        ▼                ▼</a:t>
            </a:r>
          </a:p>
          <a:p>
            <a:r>
              <a:rPr lang="zh-TW" altLang="en-US" sz="1100" dirty="0">
                <a:solidFill>
                  <a:schemeClr val="accent1"/>
                </a:solidFill>
              </a:rPr>
              <a:t> Selected          Selected</a:t>
            </a:r>
          </a:p>
          <a:p>
            <a:r>
              <a:rPr lang="zh-TW" altLang="en-US" sz="1100" dirty="0">
                <a:solidFill>
                  <a:schemeClr val="accent1"/>
                </a:solidFill>
              </a:rPr>
              <a:t> Features          Features</a:t>
            </a:r>
          </a:p>
          <a:p>
            <a:r>
              <a:rPr lang="zh-TW" altLang="en-US" sz="1100" dirty="0">
                <a:solidFill>
                  <a:schemeClr val="accent1"/>
                </a:solidFill>
              </a:rPr>
              <a:t>        │                │</a:t>
            </a:r>
          </a:p>
          <a:p>
            <a:r>
              <a:rPr lang="zh-TW" altLang="en-US" sz="1100" dirty="0">
                <a:solidFill>
                  <a:schemeClr val="accent1"/>
                </a:solidFill>
              </a:rPr>
              <a:t>        └────────┬───────┘</a:t>
            </a:r>
          </a:p>
          <a:p>
            <a:r>
              <a:rPr lang="zh-TW" altLang="en-US" sz="1100" dirty="0">
                <a:solidFill>
                  <a:schemeClr val="accent1"/>
                </a:solidFill>
              </a:rPr>
              <a:t>                 ▼</a:t>
            </a:r>
          </a:p>
          <a:p>
            <a:r>
              <a:rPr lang="zh-TW" altLang="en-US" sz="1100" dirty="0">
                <a:solidFill>
                  <a:schemeClr val="accent1"/>
                </a:solidFill>
              </a:rPr>
              <a:t>            Classifier</a:t>
            </a:r>
          </a:p>
          <a:p>
            <a:r>
              <a:rPr lang="zh-TW" altLang="en-US" sz="1100" dirty="0">
                <a:solidFill>
                  <a:schemeClr val="accent1"/>
                </a:solidFill>
              </a:rPr>
              <a:t>          (SVM )</a:t>
            </a:r>
          </a:p>
          <a:p>
            <a:r>
              <a:rPr lang="zh-TW" altLang="en-US" sz="1100" dirty="0">
                <a:solidFill>
                  <a:schemeClr val="accent1"/>
                </a:solidFill>
              </a:rPr>
              <a:t>                 │</a:t>
            </a:r>
          </a:p>
          <a:p>
            <a:r>
              <a:rPr lang="zh-TW" altLang="en-US" sz="1100" dirty="0">
                <a:solidFill>
                  <a:schemeClr val="accent1"/>
                </a:solidFill>
              </a:rPr>
              <a:t>                 ▼</a:t>
            </a:r>
          </a:p>
          <a:p>
            <a:r>
              <a:rPr lang="zh-TW" altLang="en-US" sz="1100" dirty="0">
                <a:solidFill>
                  <a:schemeClr val="accent1"/>
                </a:solidFill>
              </a:rPr>
              <a:t>        Future-day Validation</a:t>
            </a:r>
          </a:p>
          <a:p>
            <a:r>
              <a:rPr lang="zh-TW" altLang="en-US" sz="1100" dirty="0">
                <a:solidFill>
                  <a:schemeClr val="accent1"/>
                </a:solidFill>
              </a:rPr>
              <a:t>        (Day-based split)</a:t>
            </a:r>
          </a:p>
        </p:txBody>
      </p:sp>
    </p:spTree>
    <p:extLst>
      <p:ext uri="{BB962C8B-B14F-4D97-AF65-F5344CB8AC3E}">
        <p14:creationId xmlns:p14="http://schemas.microsoft.com/office/powerpoint/2010/main" val="2424580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6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43</TotalTime>
  <Words>288</Words>
  <Application>Microsoft Office PowerPoint</Application>
  <PresentationFormat>Widescreen</PresentationFormat>
  <Paragraphs>54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Times New Roman</vt:lpstr>
      <vt:lpstr>Office Theme</vt:lpstr>
      <vt:lpstr>Feature Extraction and Feature Space Analysis</vt:lpstr>
      <vt:lpstr>Preprocessing: Savitzky–Golay Filter</vt:lpstr>
      <vt:lpstr>Feature Extraction</vt:lpstr>
      <vt:lpstr>Feature table</vt:lpstr>
      <vt:lpstr>PCA Analysis: Influence of Concentration Variation (Day 1)</vt:lpstr>
      <vt:lpstr>PCA Analysis: Removing Concentration Variation (Day 1)</vt:lpstr>
      <vt:lpstr>PCA Analysis: Effect of Long-term Drift (Day 1–3)</vt:lpstr>
      <vt:lpstr>Future Work: Classification pipeline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Feature extraction</dc:title>
  <dc:creator>Yvonne Chen</dc:creator>
  <cp:lastModifiedBy>Yvonne Chen</cp:lastModifiedBy>
  <cp:revision>5</cp:revision>
  <dcterms:created xsi:type="dcterms:W3CDTF">2026-07-15T17:49:37Z</dcterms:created>
  <dcterms:modified xsi:type="dcterms:W3CDTF">2026-07-15T18:32:45Z</dcterms:modified>
</cp:coreProperties>
</file>