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672" r:id="rId1"/>
  </p:sldMasterIdLst>
  <p:notesMasterIdLst>
    <p:notesMasterId r:id="rId18"/>
  </p:notesMasterIdLst>
  <p:sldIdLst>
    <p:sldId id="315" r:id="rId2"/>
    <p:sldId id="327" r:id="rId3"/>
    <p:sldId id="316" r:id="rId4"/>
    <p:sldId id="318" r:id="rId5"/>
    <p:sldId id="319" r:id="rId6"/>
    <p:sldId id="320" r:id="rId7"/>
    <p:sldId id="321" r:id="rId8"/>
    <p:sldId id="322" r:id="rId9"/>
    <p:sldId id="326" r:id="rId10"/>
    <p:sldId id="323" r:id="rId11"/>
    <p:sldId id="324" r:id="rId12"/>
    <p:sldId id="328" r:id="rId17"/>
    <p:sldId id="329" r:id="rId16"/>
    <p:sldId id="330" r:id="rId15"/>
    <p:sldId id="331" r:id="rId14"/>
    <p:sldId id="332" r:id="rId13"/>
    <p:sldId id="333" r:id="rId25"/>
    <p:sldId id="334" r:id="rId26"/>
    <p:sldId id="335" r:id="rId27"/>
    <p:sldId id="336" r:id="rId28"/>
    <p:sldId id="337" r:id="rId29"/>
    <p:sldId id="338" r:id="rId30"/>
    <p:sldId id="339" r:id="rId31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9F589BC7-C77D-4DC2-9EB4-8320D16199E8}">
          <p14:sldIdLst>
            <p14:sldId id="315"/>
            <p14:sldId id="327"/>
            <p14:sldId id="316"/>
            <p14:sldId id="318"/>
            <p14:sldId id="319"/>
            <p14:sldId id="320"/>
            <p14:sldId id="321"/>
            <p14:sldId id="322"/>
            <p14:sldId id="326"/>
            <p14:sldId id="323"/>
            <p14:sldId id="324"/>
            <p14:sldId id="328"/>
            <p14:sldId id="329"/>
            <p14:sldId id="330"/>
            <p14:sldId id="331"/>
            <p14:sldId id="32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e10001@gmail.com" initials="w" lastIdx="1" clrIdx="0">
    <p:extLst>
      <p:ext uri="{19B8F6BF-5375-455C-9EA6-DF929625EA0E}">
        <p15:presenceInfo xmlns:p15="http://schemas.microsoft.com/office/powerpoint/2012/main" userId="352a12620070698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D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79974" autoAdjust="0"/>
  </p:normalViewPr>
  <p:slideViewPr>
    <p:cSldViewPr snapToGrid="0">
      <p:cViewPr varScale="1">
        <p:scale>
          <a:sx n="105" d="100"/>
          <a:sy n="105" d="100"/>
        </p:scale>
        <p:origin x="360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vonne Chen" userId="cdf6c2fa8f1ea833" providerId="LiveId" clId="{DCA5A71D-B571-4584-930E-95E8AD7C3DB8}"/>
    <pc:docChg chg="undo redo custSel addSld delSld modSld modSection">
      <pc:chgData name="Yvonne Chen" userId="cdf6c2fa8f1ea833" providerId="LiveId" clId="{DCA5A71D-B571-4584-930E-95E8AD7C3DB8}" dt="2026-09-29T06:08:20.735" v="4307" actId="20577"/>
      <pc:docMkLst>
        <pc:docMk/>
      </pc:docMkLst>
      <pc:sldChg chg="modSp mod">
        <pc:chgData name="Yvonne Chen" userId="cdf6c2fa8f1ea833" providerId="LiveId" clId="{DCA5A71D-B571-4584-930E-95E8AD7C3DB8}" dt="2026-09-22T04:21:24.364" v="1" actId="1076"/>
        <pc:sldMkLst>
          <pc:docMk/>
          <pc:sldMk cId="2152298854" sldId="315"/>
        </pc:sldMkLst>
        <pc:spChg chg="mod">
          <ac:chgData name="Yvonne Chen" userId="cdf6c2fa8f1ea833" providerId="LiveId" clId="{DCA5A71D-B571-4584-930E-95E8AD7C3DB8}" dt="2026-09-22T04:21:24.364" v="1" actId="1076"/>
          <ac:spMkLst>
            <pc:docMk/>
            <pc:sldMk cId="2152298854" sldId="315"/>
            <ac:spMk id="2" creationId="{F1A621B8-F77A-44B9-8DA7-492E3A86D86F}"/>
          </ac:spMkLst>
        </pc:spChg>
      </pc:sldChg>
      <pc:sldChg chg="modSp mod">
        <pc:chgData name="Yvonne Chen" userId="cdf6c2fa8f1ea833" providerId="LiveId" clId="{DCA5A71D-B571-4584-930E-95E8AD7C3DB8}" dt="2026-09-29T05:51:38.243" v="4181" actId="20577"/>
        <pc:sldMkLst>
          <pc:docMk/>
          <pc:sldMk cId="1345758893" sldId="316"/>
        </pc:sldMkLst>
        <pc:spChg chg="mod">
          <ac:chgData name="Yvonne Chen" userId="cdf6c2fa8f1ea833" providerId="LiveId" clId="{DCA5A71D-B571-4584-930E-95E8AD7C3DB8}" dt="2026-09-29T05:51:38.243" v="4181" actId="20577"/>
          <ac:spMkLst>
            <pc:docMk/>
            <pc:sldMk cId="1345758893" sldId="316"/>
            <ac:spMk id="4" creationId="{B6CA089B-1845-4CC1-8FAE-918254220BCC}"/>
          </ac:spMkLst>
        </pc:spChg>
      </pc:sldChg>
      <pc:sldChg chg="modSp mod">
        <pc:chgData name="Yvonne Chen" userId="cdf6c2fa8f1ea833" providerId="LiveId" clId="{DCA5A71D-B571-4584-930E-95E8AD7C3DB8}" dt="2026-09-29T05:17:27.506" v="1484" actId="20577"/>
        <pc:sldMkLst>
          <pc:docMk/>
          <pc:sldMk cId="2973553008" sldId="320"/>
        </pc:sldMkLst>
        <pc:spChg chg="mod">
          <ac:chgData name="Yvonne Chen" userId="cdf6c2fa8f1ea833" providerId="LiveId" clId="{DCA5A71D-B571-4584-930E-95E8AD7C3DB8}" dt="2026-09-29T05:17:27.506" v="1484" actId="20577"/>
          <ac:spMkLst>
            <pc:docMk/>
            <pc:sldMk cId="2973553008" sldId="320"/>
            <ac:spMk id="5" creationId="{8EEE2174-501C-4F1E-967D-B2207CDC2B30}"/>
          </ac:spMkLst>
        </pc:spChg>
        <pc:picChg chg="mod">
          <ac:chgData name="Yvonne Chen" userId="cdf6c2fa8f1ea833" providerId="LiveId" clId="{DCA5A71D-B571-4584-930E-95E8AD7C3DB8}" dt="2026-09-29T05:13:12.437" v="1200" actId="1076"/>
          <ac:picMkLst>
            <pc:docMk/>
            <pc:sldMk cId="2973553008" sldId="320"/>
            <ac:picMk id="10" creationId="{504DC2FC-0FEB-4D5A-8A68-7D4A288409C5}"/>
          </ac:picMkLst>
        </pc:picChg>
      </pc:sldChg>
      <pc:sldChg chg="modSp mod">
        <pc:chgData name="Yvonne Chen" userId="cdf6c2fa8f1ea833" providerId="LiveId" clId="{DCA5A71D-B571-4584-930E-95E8AD7C3DB8}" dt="2026-09-29T06:08:20.735" v="4307" actId="20577"/>
        <pc:sldMkLst>
          <pc:docMk/>
          <pc:sldMk cId="2516555416" sldId="321"/>
        </pc:sldMkLst>
        <pc:spChg chg="mod">
          <ac:chgData name="Yvonne Chen" userId="cdf6c2fa8f1ea833" providerId="LiveId" clId="{DCA5A71D-B571-4584-930E-95E8AD7C3DB8}" dt="2026-09-29T06:08:20.735" v="4307" actId="20577"/>
          <ac:spMkLst>
            <pc:docMk/>
            <pc:sldMk cId="2516555416" sldId="321"/>
            <ac:spMk id="7" creationId="{5DA208A1-8E70-44E6-BC82-8F7FE9095FC0}"/>
          </ac:spMkLst>
        </pc:spChg>
      </pc:sldChg>
      <pc:sldChg chg="modSp mod">
        <pc:chgData name="Yvonne Chen" userId="cdf6c2fa8f1ea833" providerId="LiveId" clId="{DCA5A71D-B571-4584-930E-95E8AD7C3DB8}" dt="2026-09-29T05:54:14.300" v="4298" actId="20577"/>
        <pc:sldMkLst>
          <pc:docMk/>
          <pc:sldMk cId="3394191139" sldId="325"/>
        </pc:sldMkLst>
        <pc:spChg chg="mod">
          <ac:chgData name="Yvonne Chen" userId="cdf6c2fa8f1ea833" providerId="LiveId" clId="{DCA5A71D-B571-4584-930E-95E8AD7C3DB8}" dt="2026-09-29T05:54:14.300" v="4298" actId="20577"/>
          <ac:spMkLst>
            <pc:docMk/>
            <pc:sldMk cId="3394191139" sldId="325"/>
            <ac:spMk id="4" creationId="{F5B4CD51-7521-4B7C-90C3-1067D8DC9959}"/>
          </ac:spMkLst>
        </pc:spChg>
      </pc:sldChg>
      <pc:sldChg chg="addSp delSp modSp new mod">
        <pc:chgData name="Yvonne Chen" userId="cdf6c2fa8f1ea833" providerId="LiveId" clId="{DCA5A71D-B571-4584-930E-95E8AD7C3DB8}" dt="2026-09-22T04:34:35.356" v="1067" actId="1076"/>
        <pc:sldMkLst>
          <pc:docMk/>
          <pc:sldMk cId="1934456855" sldId="326"/>
        </pc:sldMkLst>
        <pc:spChg chg="mod">
          <ac:chgData name="Yvonne Chen" userId="cdf6c2fa8f1ea833" providerId="LiveId" clId="{DCA5A71D-B571-4584-930E-95E8AD7C3DB8}" dt="2026-09-22T04:31:32.158" v="746" actId="404"/>
          <ac:spMkLst>
            <pc:docMk/>
            <pc:sldMk cId="1934456855" sldId="326"/>
            <ac:spMk id="2" creationId="{61D9E4CA-8B45-498E-9B3C-0CD5989AAFE2}"/>
          </ac:spMkLst>
        </pc:spChg>
        <pc:spChg chg="del">
          <ac:chgData name="Yvonne Chen" userId="cdf6c2fa8f1ea833" providerId="LiveId" clId="{DCA5A71D-B571-4584-930E-95E8AD7C3DB8}" dt="2026-09-22T04:30:57.137" v="734" actId="22"/>
          <ac:spMkLst>
            <pc:docMk/>
            <pc:sldMk cId="1934456855" sldId="326"/>
            <ac:spMk id="4" creationId="{06A2D2A4-1A7A-4C03-8A72-27884D812991}"/>
          </ac:spMkLst>
        </pc:spChg>
        <pc:spChg chg="add mod">
          <ac:chgData name="Yvonne Chen" userId="cdf6c2fa8f1ea833" providerId="LiveId" clId="{DCA5A71D-B571-4584-930E-95E8AD7C3DB8}" dt="2026-09-22T04:34:23.601" v="1063" actId="404"/>
          <ac:spMkLst>
            <pc:docMk/>
            <pc:sldMk cId="1934456855" sldId="326"/>
            <ac:spMk id="7" creationId="{A3A94744-DCE6-4EAC-B9B1-E141DB080B15}"/>
          </ac:spMkLst>
        </pc:spChg>
        <pc:picChg chg="add mod ord">
          <ac:chgData name="Yvonne Chen" userId="cdf6c2fa8f1ea833" providerId="LiveId" clId="{DCA5A71D-B571-4584-930E-95E8AD7C3DB8}" dt="2026-09-22T04:34:35.356" v="1067" actId="1076"/>
          <ac:picMkLst>
            <pc:docMk/>
            <pc:sldMk cId="1934456855" sldId="326"/>
            <ac:picMk id="6" creationId="{B09DFA15-DA68-44DE-9B5B-EF2ACD0B6B69}"/>
          </ac:picMkLst>
        </pc:picChg>
      </pc:sldChg>
      <pc:sldChg chg="modSp new del mod">
        <pc:chgData name="Yvonne Chen" userId="cdf6c2fa8f1ea833" providerId="LiveId" clId="{DCA5A71D-B571-4584-930E-95E8AD7C3DB8}" dt="2026-09-29T05:17:58.753" v="1499" actId="47"/>
        <pc:sldMkLst>
          <pc:docMk/>
          <pc:sldMk cId="2274906692" sldId="327"/>
        </pc:sldMkLst>
        <pc:spChg chg="mod">
          <ac:chgData name="Yvonne Chen" userId="cdf6c2fa8f1ea833" providerId="LiveId" clId="{DCA5A71D-B571-4584-930E-95E8AD7C3DB8}" dt="2026-09-29T05:17:57.418" v="1498" actId="20577"/>
          <ac:spMkLst>
            <pc:docMk/>
            <pc:sldMk cId="2274906692" sldId="327"/>
            <ac:spMk id="2" creationId="{AB810759-E629-4972-A0E5-0925FA777B3B}"/>
          </ac:spMkLst>
        </pc:spChg>
      </pc:sldChg>
      <pc:sldChg chg="modSp new add del mod">
        <pc:chgData name="Yvonne Chen" userId="cdf6c2fa8f1ea833" providerId="LiveId" clId="{DCA5A71D-B571-4584-930E-95E8AD7C3DB8}" dt="2026-09-29T05:19:42.383" v="1657" actId="2710"/>
        <pc:sldMkLst>
          <pc:docMk/>
          <pc:sldMk cId="3349366117" sldId="327"/>
        </pc:sldMkLst>
        <pc:spChg chg="mod">
          <ac:chgData name="Yvonne Chen" userId="cdf6c2fa8f1ea833" providerId="LiveId" clId="{DCA5A71D-B571-4584-930E-95E8AD7C3DB8}" dt="2026-09-29T05:18:06.263" v="1509" actId="20577"/>
          <ac:spMkLst>
            <pc:docMk/>
            <pc:sldMk cId="3349366117" sldId="327"/>
            <ac:spMk id="2" creationId="{865F6C4D-2825-4488-9FE5-55624C269E7B}"/>
          </ac:spMkLst>
        </pc:spChg>
        <pc:spChg chg="mod">
          <ac:chgData name="Yvonne Chen" userId="cdf6c2fa8f1ea833" providerId="LiveId" clId="{DCA5A71D-B571-4584-930E-95E8AD7C3DB8}" dt="2026-09-29T05:19:42.383" v="1657" actId="2710"/>
          <ac:spMkLst>
            <pc:docMk/>
            <pc:sldMk cId="3349366117" sldId="327"/>
            <ac:spMk id="3" creationId="{4A2E76B6-15C8-4355-A951-01577F8B66DD}"/>
          </ac:spMkLst>
        </pc:spChg>
      </pc:sldChg>
      <pc:sldChg chg="addSp delSp modSp new mod">
        <pc:chgData name="Yvonne Chen" userId="cdf6c2fa8f1ea833" providerId="LiveId" clId="{DCA5A71D-B571-4584-930E-95E8AD7C3DB8}" dt="2026-09-29T05:30:03.354" v="2672" actId="20577"/>
        <pc:sldMkLst>
          <pc:docMk/>
          <pc:sldMk cId="1256603778" sldId="328"/>
        </pc:sldMkLst>
        <pc:spChg chg="mod">
          <ac:chgData name="Yvonne Chen" userId="cdf6c2fa8f1ea833" providerId="LiveId" clId="{DCA5A71D-B571-4584-930E-95E8AD7C3DB8}" dt="2026-09-29T05:20:08.542" v="1684" actId="20577"/>
          <ac:spMkLst>
            <pc:docMk/>
            <pc:sldMk cId="1256603778" sldId="328"/>
            <ac:spMk id="2" creationId="{68C52178-C8AC-4F2F-A49C-36C89AB02C32}"/>
          </ac:spMkLst>
        </pc:spChg>
        <pc:spChg chg="mod">
          <ac:chgData name="Yvonne Chen" userId="cdf6c2fa8f1ea833" providerId="LiveId" clId="{DCA5A71D-B571-4584-930E-95E8AD7C3DB8}" dt="2026-09-29T05:30:03.354" v="2672" actId="20577"/>
          <ac:spMkLst>
            <pc:docMk/>
            <pc:sldMk cId="1256603778" sldId="328"/>
            <ac:spMk id="4" creationId="{55B95B45-32FB-480C-980F-702D2E9CF16F}"/>
          </ac:spMkLst>
        </pc:spChg>
        <pc:spChg chg="add del">
          <ac:chgData name="Yvonne Chen" userId="cdf6c2fa8f1ea833" providerId="LiveId" clId="{DCA5A71D-B571-4584-930E-95E8AD7C3DB8}" dt="2026-09-29T05:26:58.171" v="2249"/>
          <ac:spMkLst>
            <pc:docMk/>
            <pc:sldMk cId="1256603778" sldId="328"/>
            <ac:spMk id="6" creationId="{AFC8D0F4-399A-4B12-AEE6-9216E098DDF3}"/>
          </ac:spMkLst>
        </pc:spChg>
        <pc:picChg chg="add del mod">
          <ac:chgData name="Yvonne Chen" userId="cdf6c2fa8f1ea833" providerId="LiveId" clId="{DCA5A71D-B571-4584-930E-95E8AD7C3DB8}" dt="2026-09-29T05:21:13.852" v="1687" actId="478"/>
          <ac:picMkLst>
            <pc:docMk/>
            <pc:sldMk cId="1256603778" sldId="328"/>
            <ac:picMk id="5" creationId="{CB60C59E-87DD-47F9-9D31-272EE0048E79}"/>
          </ac:picMkLst>
        </pc:picChg>
      </pc:sldChg>
      <pc:sldChg chg="addSp delSp modSp new del mod">
        <pc:chgData name="Yvonne Chen" userId="cdf6c2fa8f1ea833" providerId="LiveId" clId="{DCA5A71D-B571-4584-930E-95E8AD7C3DB8}" dt="2026-09-29T05:32:06.859" v="2713" actId="47"/>
        <pc:sldMkLst>
          <pc:docMk/>
          <pc:sldMk cId="1563941027" sldId="329"/>
        </pc:sldMkLst>
        <pc:spChg chg="mod">
          <ac:chgData name="Yvonne Chen" userId="cdf6c2fa8f1ea833" providerId="LiveId" clId="{DCA5A71D-B571-4584-930E-95E8AD7C3DB8}" dt="2026-09-29T05:31:01.909" v="2675" actId="27636"/>
          <ac:spMkLst>
            <pc:docMk/>
            <pc:sldMk cId="1563941027" sldId="329"/>
            <ac:spMk id="2" creationId="{28FE4B62-3C15-40E8-AD7E-0A62CB7FBB58}"/>
          </ac:spMkLst>
        </pc:spChg>
        <pc:spChg chg="del">
          <ac:chgData name="Yvonne Chen" userId="cdf6c2fa8f1ea833" providerId="LiveId" clId="{DCA5A71D-B571-4584-930E-95E8AD7C3DB8}" dt="2026-09-29T05:31:30.582" v="2682"/>
          <ac:spMkLst>
            <pc:docMk/>
            <pc:sldMk cId="1563941027" sldId="329"/>
            <ac:spMk id="4" creationId="{E7F8F6E7-0CC8-49DE-B2AA-57E14A445A9E}"/>
          </ac:spMkLst>
        </pc:spChg>
        <pc:spChg chg="add mod">
          <ac:chgData name="Yvonne Chen" userId="cdf6c2fa8f1ea833" providerId="LiveId" clId="{DCA5A71D-B571-4584-930E-95E8AD7C3DB8}" dt="2026-09-29T05:32:01.346" v="2712" actId="478"/>
          <ac:spMkLst>
            <pc:docMk/>
            <pc:sldMk cId="1563941027" sldId="329"/>
            <ac:spMk id="9" creationId="{8715A0B3-9881-4935-967A-B0EF807C21F6}"/>
          </ac:spMkLst>
        </pc:spChg>
        <pc:graphicFrameChg chg="add del mod modGraphic">
          <ac:chgData name="Yvonne Chen" userId="cdf6c2fa8f1ea833" providerId="LiveId" clId="{DCA5A71D-B571-4584-930E-95E8AD7C3DB8}" dt="2026-09-29T05:32:01.346" v="2712" actId="478"/>
          <ac:graphicFrameMkLst>
            <pc:docMk/>
            <pc:sldMk cId="1563941027" sldId="329"/>
            <ac:graphicFrameMk id="7" creationId="{FC89D5FF-54BF-41FC-8A6F-0AEFBB9B6067}"/>
          </ac:graphicFrameMkLst>
        </pc:graphicFrameChg>
        <pc:picChg chg="add mod">
          <ac:chgData name="Yvonne Chen" userId="cdf6c2fa8f1ea833" providerId="LiveId" clId="{DCA5A71D-B571-4584-930E-95E8AD7C3DB8}" dt="2026-09-29T05:31:09.519" v="2678" actId="1076"/>
          <ac:picMkLst>
            <pc:docMk/>
            <pc:sldMk cId="1563941027" sldId="329"/>
            <ac:picMk id="5" creationId="{48AEFC40-1AF8-4EC9-8C57-15E28A6408E2}"/>
          </ac:picMkLst>
        </pc:picChg>
        <pc:picChg chg="add mod modCrop">
          <ac:chgData name="Yvonne Chen" userId="cdf6c2fa8f1ea833" providerId="LiveId" clId="{DCA5A71D-B571-4584-930E-95E8AD7C3DB8}" dt="2026-09-29T05:31:21.470" v="2681" actId="1076"/>
          <ac:picMkLst>
            <pc:docMk/>
            <pc:sldMk cId="1563941027" sldId="329"/>
            <ac:picMk id="6" creationId="{2A77387E-C779-4C9F-A508-3FB65465908B}"/>
          </ac:picMkLst>
        </pc:picChg>
      </pc:sldChg>
      <pc:sldChg chg="addSp delSp modSp new mod">
        <pc:chgData name="Yvonne Chen" userId="cdf6c2fa8f1ea833" providerId="LiveId" clId="{DCA5A71D-B571-4584-930E-95E8AD7C3DB8}" dt="2026-09-29T05:35:04.347" v="2817" actId="403"/>
        <pc:sldMkLst>
          <pc:docMk/>
          <pc:sldMk cId="3378260168" sldId="329"/>
        </pc:sldMkLst>
        <pc:spChg chg="mod">
          <ac:chgData name="Yvonne Chen" userId="cdf6c2fa8f1ea833" providerId="LiveId" clId="{DCA5A71D-B571-4584-930E-95E8AD7C3DB8}" dt="2026-09-29T05:35:04.347" v="2817" actId="403"/>
          <ac:spMkLst>
            <pc:docMk/>
            <pc:sldMk cId="3378260168" sldId="329"/>
            <ac:spMk id="2" creationId="{11314B23-4183-4A8F-ADDF-38670CAAA2E4}"/>
          </ac:spMkLst>
        </pc:spChg>
        <pc:spChg chg="add del">
          <ac:chgData name="Yvonne Chen" userId="cdf6c2fa8f1ea833" providerId="LiveId" clId="{DCA5A71D-B571-4584-930E-95E8AD7C3DB8}" dt="2026-09-29T05:32:47.384" v="2728"/>
          <ac:spMkLst>
            <pc:docMk/>
            <pc:sldMk cId="3378260168" sldId="329"/>
            <ac:spMk id="4" creationId="{C4A839A0-231C-4BD4-880A-4E93896B1AC0}"/>
          </ac:spMkLst>
        </pc:spChg>
        <pc:spChg chg="add del mod">
          <ac:chgData name="Yvonne Chen" userId="cdf6c2fa8f1ea833" providerId="LiveId" clId="{DCA5A71D-B571-4584-930E-95E8AD7C3DB8}" dt="2026-09-29T05:32:46.554" v="2725" actId="478"/>
          <ac:spMkLst>
            <pc:docMk/>
            <pc:sldMk cId="3378260168" sldId="329"/>
            <ac:spMk id="8" creationId="{63D860FB-5118-4AF5-B51D-4F6F79D8DE13}"/>
          </ac:spMkLst>
        </pc:spChg>
        <pc:graphicFrameChg chg="add del mod modGraphic">
          <ac:chgData name="Yvonne Chen" userId="cdf6c2fa8f1ea833" providerId="LiveId" clId="{DCA5A71D-B571-4584-930E-95E8AD7C3DB8}" dt="2026-09-29T05:32:49.003" v="2734"/>
          <ac:graphicFrameMkLst>
            <pc:docMk/>
            <pc:sldMk cId="3378260168" sldId="329"/>
            <ac:graphicFrameMk id="5" creationId="{529D0477-5340-4D05-8BBC-A24CE2553739}"/>
          </ac:graphicFrameMkLst>
        </pc:graphicFrameChg>
        <pc:picChg chg="add del mod">
          <ac:chgData name="Yvonne Chen" userId="cdf6c2fa8f1ea833" providerId="LiveId" clId="{DCA5A71D-B571-4584-930E-95E8AD7C3DB8}" dt="2026-09-29T05:32:47.384" v="2728"/>
          <ac:picMkLst>
            <pc:docMk/>
            <pc:sldMk cId="3378260168" sldId="329"/>
            <ac:picMk id="6" creationId="{5413C662-817A-4058-94C8-508900B8F08E}"/>
          </ac:picMkLst>
        </pc:picChg>
        <pc:picChg chg="add mod">
          <ac:chgData name="Yvonne Chen" userId="cdf6c2fa8f1ea833" providerId="LiveId" clId="{DCA5A71D-B571-4584-930E-95E8AD7C3DB8}" dt="2026-09-29T05:34:10.464" v="2782" actId="1076"/>
          <ac:picMkLst>
            <pc:docMk/>
            <pc:sldMk cId="3378260168" sldId="329"/>
            <ac:picMk id="9" creationId="{EA16291B-E140-4975-A576-18AEE9CA8C50}"/>
          </ac:picMkLst>
        </pc:picChg>
        <pc:picChg chg="add mod">
          <ac:chgData name="Yvonne Chen" userId="cdf6c2fa8f1ea833" providerId="LiveId" clId="{DCA5A71D-B571-4584-930E-95E8AD7C3DB8}" dt="2026-09-29T05:34:19.376" v="2784" actId="1076"/>
          <ac:picMkLst>
            <pc:docMk/>
            <pc:sldMk cId="3378260168" sldId="329"/>
            <ac:picMk id="10" creationId="{2F518D64-EBD4-47FD-ACE7-C2C7C5540221}"/>
          </ac:picMkLst>
        </pc:picChg>
      </pc:sldChg>
      <pc:sldChg chg="addSp delSp modSp new mod">
        <pc:chgData name="Yvonne Chen" userId="cdf6c2fa8f1ea833" providerId="LiveId" clId="{DCA5A71D-B571-4584-930E-95E8AD7C3DB8}" dt="2026-09-29T05:44:14.695" v="3728" actId="1076"/>
        <pc:sldMkLst>
          <pc:docMk/>
          <pc:sldMk cId="197851043" sldId="330"/>
        </pc:sldMkLst>
        <pc:spChg chg="mod">
          <ac:chgData name="Yvonne Chen" userId="cdf6c2fa8f1ea833" providerId="LiveId" clId="{DCA5A71D-B571-4584-930E-95E8AD7C3DB8}" dt="2026-09-29T05:35:34.969" v="2831" actId="404"/>
          <ac:spMkLst>
            <pc:docMk/>
            <pc:sldMk cId="197851043" sldId="330"/>
            <ac:spMk id="2" creationId="{6B478C00-6155-44FE-AD63-E51FE1ECAE4A}"/>
          </ac:spMkLst>
        </pc:spChg>
        <pc:spChg chg="del">
          <ac:chgData name="Yvonne Chen" userId="cdf6c2fa8f1ea833" providerId="LiveId" clId="{DCA5A71D-B571-4584-930E-95E8AD7C3DB8}" dt="2026-09-29T05:35:42.214" v="2832"/>
          <ac:spMkLst>
            <pc:docMk/>
            <pc:sldMk cId="197851043" sldId="330"/>
            <ac:spMk id="4" creationId="{CF53D388-59DC-40CA-BD4B-3FB0889F5BBD}"/>
          </ac:spMkLst>
        </pc:spChg>
        <pc:spChg chg="add mod">
          <ac:chgData name="Yvonne Chen" userId="cdf6c2fa8f1ea833" providerId="LiveId" clId="{DCA5A71D-B571-4584-930E-95E8AD7C3DB8}" dt="2026-09-29T05:44:14.695" v="3728" actId="1076"/>
          <ac:spMkLst>
            <pc:docMk/>
            <pc:sldMk cId="197851043" sldId="330"/>
            <ac:spMk id="6" creationId="{0DC18316-3740-4BED-BE64-EF1BC30197EE}"/>
          </ac:spMkLst>
        </pc:spChg>
        <pc:picChg chg="add mod modCrop">
          <ac:chgData name="Yvonne Chen" userId="cdf6c2fa8f1ea833" providerId="LiveId" clId="{DCA5A71D-B571-4584-930E-95E8AD7C3DB8}" dt="2026-09-29T05:44:01.670" v="3721" actId="1076"/>
          <ac:picMkLst>
            <pc:docMk/>
            <pc:sldMk cId="197851043" sldId="330"/>
            <ac:picMk id="5" creationId="{FE4A640B-165F-441D-A4B4-6732B408E795}"/>
          </ac:picMkLst>
        </pc:picChg>
        <pc:picChg chg="add mod modCrop">
          <ac:chgData name="Yvonne Chen" userId="cdf6c2fa8f1ea833" providerId="LiveId" clId="{DCA5A71D-B571-4584-930E-95E8AD7C3DB8}" dt="2026-09-29T05:44:09.607" v="3726" actId="1076"/>
          <ac:picMkLst>
            <pc:docMk/>
            <pc:sldMk cId="197851043" sldId="330"/>
            <ac:picMk id="7" creationId="{8899289B-7428-4425-802E-B2B4B70696E3}"/>
          </ac:picMkLst>
        </pc:picChg>
      </pc:sldChg>
      <pc:sldChg chg="addSp delSp modSp new mod">
        <pc:chgData name="Yvonne Chen" userId="cdf6c2fa8f1ea833" providerId="LiveId" clId="{DCA5A71D-B571-4584-930E-95E8AD7C3DB8}" dt="2026-09-29T05:53:40.677" v="4292" actId="798"/>
        <pc:sldMkLst>
          <pc:docMk/>
          <pc:sldMk cId="1641116743" sldId="331"/>
        </pc:sldMkLst>
        <pc:spChg chg="mod">
          <ac:chgData name="Yvonne Chen" userId="cdf6c2fa8f1ea833" providerId="LiveId" clId="{DCA5A71D-B571-4584-930E-95E8AD7C3DB8}" dt="2026-09-29T05:44:28.989" v="3744" actId="20577"/>
          <ac:spMkLst>
            <pc:docMk/>
            <pc:sldMk cId="1641116743" sldId="331"/>
            <ac:spMk id="2" creationId="{B1CC1C04-DB78-473C-BBA1-44FD4C33BA57}"/>
          </ac:spMkLst>
        </pc:spChg>
        <pc:spChg chg="del mod">
          <ac:chgData name="Yvonne Chen" userId="cdf6c2fa8f1ea833" providerId="LiveId" clId="{DCA5A71D-B571-4584-930E-95E8AD7C3DB8}" dt="2026-09-29T05:44:49.195" v="3759" actId="478"/>
          <ac:spMkLst>
            <pc:docMk/>
            <pc:sldMk cId="1641116743" sldId="331"/>
            <ac:spMk id="4" creationId="{5EFA910F-5F94-4678-B0A8-D468FC4E581B}"/>
          </ac:spMkLst>
        </pc:spChg>
        <pc:graphicFrameChg chg="add del mod modGraphic">
          <ac:chgData name="Yvonne Chen" userId="cdf6c2fa8f1ea833" providerId="LiveId" clId="{DCA5A71D-B571-4584-930E-95E8AD7C3DB8}" dt="2026-09-29T05:50:57.952" v="4137" actId="478"/>
          <ac:graphicFrameMkLst>
            <pc:docMk/>
            <pc:sldMk cId="1641116743" sldId="331"/>
            <ac:graphicFrameMk id="5" creationId="{8605955F-962F-4D28-99FC-6AD4AE2765DB}"/>
          </ac:graphicFrameMkLst>
        </pc:graphicFrameChg>
        <pc:graphicFrameChg chg="add mod modGraphic">
          <ac:chgData name="Yvonne Chen" userId="cdf6c2fa8f1ea833" providerId="LiveId" clId="{DCA5A71D-B571-4584-930E-95E8AD7C3DB8}" dt="2026-09-29T05:53:40.677" v="4292" actId="798"/>
          <ac:graphicFrameMkLst>
            <pc:docMk/>
            <pc:sldMk cId="1641116743" sldId="331"/>
            <ac:graphicFrameMk id="6" creationId="{A39C05A4-61D4-4E45-96E0-5E0B88E70077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83875-1F8E-4729-BB01-E5507ECDB26F}" type="datetimeFigureOut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CA75C-488B-44EE-A145-FB399880B4B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30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157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22187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2519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608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06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altLang="zh-TW" dirty="0"/>
              <a:t>Conv1D </a:t>
            </a:r>
            <a:r>
              <a:rPr lang="zh-TW" altLang="en-US" dirty="0"/>
              <a:t>增加 </a:t>
            </a:r>
            <a:r>
              <a:rPr lang="en-CA" altLang="zh-TW" dirty="0"/>
              <a:t>learned feature representations</a:t>
            </a:r>
            <a:r>
              <a:rPr lang="zh-TW" altLang="en-CA" dirty="0"/>
              <a:t>，</a:t>
            </a:r>
            <a:r>
              <a:rPr lang="en-CA" altLang="zh-TW" dirty="0"/>
              <a:t>Pooling </a:t>
            </a:r>
            <a:r>
              <a:rPr lang="zh-TW" altLang="en-US" dirty="0"/>
              <a:t>壓縮時間軸，</a:t>
            </a:r>
            <a:r>
              <a:rPr lang="en-CA" altLang="zh-TW" dirty="0"/>
              <a:t>BN </a:t>
            </a:r>
            <a:r>
              <a:rPr lang="zh-TW" altLang="en-US" dirty="0"/>
              <a:t>穩定每個 </a:t>
            </a:r>
            <a:r>
              <a:rPr lang="en-CA" altLang="zh-TW" dirty="0"/>
              <a:t>feature channel </a:t>
            </a:r>
            <a:r>
              <a:rPr lang="zh-TW" altLang="en-US" dirty="0"/>
              <a:t>的數值分布。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83759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35896" y="1196752"/>
            <a:ext cx="5040560" cy="2664296"/>
          </a:xfrm>
        </p:spPr>
        <p:txBody>
          <a:bodyPr/>
          <a:lstStyle>
            <a:lvl1pPr>
              <a:defRPr>
                <a:solidFill>
                  <a:srgbClr val="06164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35896" y="4221088"/>
            <a:ext cx="5040560" cy="1584176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FADC78-9159-45FA-9D41-11D2468F06FF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547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392B1-6805-4DE6-A748-6982A74B9BD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8069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987824" y="4077072"/>
            <a:ext cx="5684168" cy="2016224"/>
          </a:xfrm>
        </p:spPr>
        <p:txBody>
          <a:bodyPr anchor="t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987824" y="3140969"/>
            <a:ext cx="5684168" cy="936104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06164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90CB-0946-49BE-8CDD-EFB5341A56AD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64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77585-208B-498D-98B4-A96AF9A3EFC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16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CEB98-C986-4C98-9E1A-EDC9B461A565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690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01CBB-E5B4-40A8-8D84-DC24EDB53F3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7736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4000A-9B95-489C-95F8-2939803A11B7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44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DCB1-B2B6-4CDB-80DB-C5451DC3FA2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9709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1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67CBB-0077-4C86-835B-5E07B370979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內容版面配置區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492941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253048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2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D756D-CAD3-4F1C-AA19-B84A98BA3654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31690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0B4E8D-D661-4034-B723-A921D4F707CA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19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621B8-F77A-44B9-8DA7-492E3A86D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8582" y="1027336"/>
            <a:ext cx="5555188" cy="306692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ea typeface="標楷體" panose="03000509000000000000" pitchFamily="65" charset="-120"/>
              </a:rPr>
              <a:t>Contrastive domain generalization convolution neural network correcting the drift of gas sensors</a:t>
            </a:r>
            <a:br>
              <a:rPr lang="en-US" altLang="zh-TW" sz="2000" dirty="0">
                <a:ea typeface="標楷體" panose="03000509000000000000" pitchFamily="65" charset="-120"/>
              </a:rPr>
            </a:br>
            <a:br>
              <a:rPr lang="en-US" altLang="zh-TW" sz="2000" dirty="0">
                <a:ea typeface="標楷體" panose="03000509000000000000" pitchFamily="65" charset="-120"/>
              </a:rPr>
            </a:br>
            <a:r>
              <a:rPr lang="en-US" altLang="zh-TW" sz="1600" dirty="0" err="1">
                <a:ea typeface="標楷體" panose="03000509000000000000" pitchFamily="65" charset="-120"/>
              </a:rPr>
              <a:t>Sensors</a:t>
            </a:r>
            <a:r>
              <a:rPr lang="en-US" altLang="zh-TW" sz="1600" dirty="0">
                <a:ea typeface="標楷體" panose="03000509000000000000" pitchFamily="65" charset="-120"/>
              </a:rPr>
              <a:t> and Actuators A: Physical, 2024</a:t>
            </a:r>
            <a:br>
              <a:rPr lang="en-US" altLang="zh-TW" sz="1600" dirty="0">
                <a:ea typeface="標楷體" panose="03000509000000000000" pitchFamily="65" charset="-120"/>
              </a:rPr>
            </a:br>
            <a:r>
              <a:rPr lang="en-US" altLang="zh-TW" sz="1400" dirty="0" err="1">
                <a:ea typeface="標楷體" panose="03000509000000000000" pitchFamily="65" charset="-120"/>
              </a:rPr>
              <a:t>Jifeng</a:t>
            </a:r>
            <a:r>
              <a:rPr lang="en-US" altLang="zh-TW" sz="1400" dirty="0">
                <a:ea typeface="標楷體" panose="03000509000000000000" pitchFamily="65" charset="-120"/>
              </a:rPr>
              <a:t> Chu , </a:t>
            </a:r>
            <a:r>
              <a:rPr lang="en-US" altLang="zh-TW" sz="1400" dirty="0" err="1">
                <a:ea typeface="標楷體" panose="03000509000000000000" pitchFamily="65" charset="-120"/>
              </a:rPr>
              <a:t>Renhong</a:t>
            </a:r>
            <a:r>
              <a:rPr lang="en-US" altLang="zh-TW" sz="1400" dirty="0">
                <a:ea typeface="標楷體" panose="03000509000000000000" pitchFamily="65" charset="-120"/>
              </a:rPr>
              <a:t> Yao , </a:t>
            </a:r>
            <a:r>
              <a:rPr lang="en-US" altLang="zh-TW" sz="1400" dirty="0" err="1">
                <a:ea typeface="標楷體" panose="03000509000000000000" pitchFamily="65" charset="-120"/>
              </a:rPr>
              <a:t>Xianbo</a:t>
            </a:r>
            <a:r>
              <a:rPr lang="en-US" altLang="zh-TW" sz="1400" dirty="0">
                <a:ea typeface="標楷體" panose="03000509000000000000" pitchFamily="65" charset="-120"/>
              </a:rPr>
              <a:t> Huang </a:t>
            </a:r>
            <a:endParaRPr lang="zh-TW" altLang="en-US" sz="2000" dirty="0">
              <a:ea typeface="標楷體" panose="03000509000000000000" pitchFamily="65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8A1B309-3A86-460D-9F25-F0B155201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5896" y="4715933"/>
            <a:ext cx="5040560" cy="1114731"/>
          </a:xfrm>
        </p:spPr>
        <p:txBody>
          <a:bodyPr>
            <a:normAutofit/>
          </a:bodyPr>
          <a:lstStyle/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陳柏臻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鄭桂忠 教授</a:t>
            </a:r>
          </a:p>
          <a:p>
            <a:pPr algn="l"/>
            <a:endParaRPr lang="zh-TW" altLang="en-US" sz="1800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5229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F6C4D-2825-4488-9FE5-55624C269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目錄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E76B6-15C8-4355-A951-01577F8B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問題與既有方法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en-US" altLang="zh-TW" sz="2800" dirty="0"/>
              <a:t>Domain generalization and Contrastive learning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Methodology: CDCNN</a:t>
            </a:r>
            <a:br>
              <a:rPr lang="en-US" altLang="zh-TW" sz="2800" dirty="0"/>
            </a:br>
            <a:r>
              <a:rPr lang="en-US" altLang="zh-TW" sz="2000" dirty="0"/>
              <a:t>(Contrastive </a:t>
            </a:r>
            <a:r>
              <a:rPr lang="en-CA" altLang="zh-TW" sz="2000" dirty="0"/>
              <a:t>domain generalization convolution neural network)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CDCNN</a:t>
            </a:r>
            <a:r>
              <a:rPr lang="zh-TW" altLang="en-US" sz="2800" dirty="0"/>
              <a:t>重現與探討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結論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endParaRPr lang="zh-TW" alt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DF44C-30E7-4ED0-A43F-145A28E3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936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3BA-932E-4921-9608-EFC0B401E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問題與既有方法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29F614-D416-462F-947C-50C2D6B55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A089B-1845-4CC1-8FAE-91825422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2281"/>
            <a:ext cx="8229600" cy="4929411"/>
          </a:xfrm>
        </p:spPr>
        <p:txBody>
          <a:bodyPr>
            <a:normAutofit fontScale="92500" lnSpcReduction="20000"/>
          </a:bodyPr>
          <a:lstStyle/>
          <a:p>
            <a:pPr algn="l"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感測器漂移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MOS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氣體感測器因元件老化與環境波動，對同一氣體的響應隨時間偏移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電子鼻的長期辨識準確率與壽命因此大幅下降</a:t>
            </a:r>
          </a:p>
          <a:p>
            <a:pPr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既有方法的限制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PCA-SVM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、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LDA-SVM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：手工特徵與線性／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kernel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轉換，無法擬合非線性長期漂移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SVM-GFK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等流形學習或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transfer learning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：需窺探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target domain </a:t>
            </a:r>
            <a:endParaRPr lang="zh-TW" altLang="en-US" sz="2400" b="0" i="0" dirty="0">
              <a:solidFill>
                <a:srgbClr val="1A1A1A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b="0" i="0" dirty="0">
                <a:latin typeface="Calibri"/>
              </a:rPr>
              <a:t>其他演算法大多也需要 </a:t>
            </a:r>
            <a:r>
              <a:rPr lang="en-US" altLang="zh-TW" sz="2400" b="0" i="0" dirty="0">
                <a:latin typeface="Calibri"/>
              </a:rPr>
              <a:t>target domain</a:t>
            </a:r>
            <a:r>
              <a:rPr lang="zh-TW" altLang="en-US" sz="2400" b="0" i="0" dirty="0">
                <a:latin typeface="Calibri"/>
              </a:rPr>
              <a:t> 的資料</a:t>
            </a:r>
            <a:r>
              <a:rPr lang="zh-TW" altLang="en-US" sz="2400" dirty="0">
                <a:latin typeface="Calibri"/>
              </a:rPr>
              <a:t>，難以在現實使用</a:t>
            </a:r>
            <a:endParaRPr lang="en-CA" altLang="zh-TW" sz="2400" dirty="0"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dirty="0">
                <a:latin typeface="Calibri"/>
              </a:rPr>
              <a:t>此方法相較傳統 </a:t>
            </a:r>
            <a:r>
              <a:rPr lang="en-US" altLang="zh-TW" sz="2400" dirty="0" err="1">
                <a:latin typeface="Calibri"/>
              </a:rPr>
              <a:t>ResNet</a:t>
            </a:r>
            <a:r>
              <a:rPr lang="zh-TW" altLang="en-US" sz="2400" dirty="0">
                <a:latin typeface="Calibri"/>
              </a:rPr>
              <a:t>，在</a:t>
            </a:r>
            <a:r>
              <a:rPr lang="en-US" altLang="zh-TW" sz="2400" dirty="0">
                <a:latin typeface="Calibri"/>
              </a:rPr>
              <a:t>target domain</a:t>
            </a:r>
            <a:r>
              <a:rPr lang="zh-TW" altLang="en-US" sz="2400" dirty="0">
                <a:latin typeface="Calibri"/>
              </a:rPr>
              <a:t>上的表現為</a:t>
            </a:r>
            <a:r>
              <a:rPr lang="en-US" altLang="zh-TW" sz="2400" dirty="0" err="1">
                <a:latin typeface="Calibri"/>
              </a:rPr>
              <a:t>acuucracy</a:t>
            </a:r>
            <a:r>
              <a:rPr lang="zh-TW" altLang="en-US" sz="2400" dirty="0">
                <a:latin typeface="Calibri"/>
              </a:rPr>
              <a:t>提升</a:t>
            </a:r>
            <a:r>
              <a:rPr lang="en-US" altLang="zh-TW" sz="2400" dirty="0">
                <a:latin typeface="Calibri"/>
              </a:rPr>
              <a:t>0.05</a:t>
            </a:r>
            <a:endParaRPr lang="en-CA" altLang="zh-TW" sz="240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45758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D16B-3902-4C19-AFBD-F64E7E6F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Domain generalization and Contrastive learning</a:t>
            </a:r>
            <a:endParaRPr lang="zh-TW" alt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BE29E-269F-4EDA-A496-FF5590CF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6A0D2-B668-4813-8C39-20839EA2C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231" y="1657349"/>
            <a:ext cx="6151537" cy="419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409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F661-4210-4FCF-8921-0AC1F1F73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Methodology: CDCNN</a:t>
            </a:r>
            <a:br>
              <a:rPr lang="en-US" altLang="zh-TW" dirty="0"/>
            </a:br>
            <a:r>
              <a:rPr lang="en-US" altLang="zh-TW" sz="2200" dirty="0"/>
              <a:t>Contrastive </a:t>
            </a:r>
            <a:r>
              <a:rPr lang="en-CA" altLang="zh-TW" sz="2200" dirty="0"/>
              <a:t>domain generalization convolution neural network</a:t>
            </a:r>
            <a:endParaRPr lang="zh-TW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725C0-BA9F-4FF5-A754-BEBD4C48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53151-15BC-49E7-86CD-085BC7FFB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8232"/>
            <a:ext cx="7315200" cy="429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5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992A7-37CD-41BD-A674-9944CFA9A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altLang="zh-TW" dirty="0"/>
              <a:t>Data augmentation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AD5DF-B6F6-4347-837D-9916BE23E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EE2174-501C-4F1E-967D-B2207CDC2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3" y="1196752"/>
            <a:ext cx="8229600" cy="4929411"/>
          </a:xfrm>
        </p:spPr>
        <p:txBody>
          <a:bodyPr>
            <a:normAutofit/>
          </a:bodyPr>
          <a:lstStyle/>
          <a:p>
            <a:r>
              <a:rPr lang="zh-TW" altLang="en-US" sz="1800" dirty="0"/>
              <a:t>研究者受到</a:t>
            </a:r>
            <a:r>
              <a:rPr lang="en-US" altLang="zh-TW" sz="1800" dirty="0"/>
              <a:t>VAE(Variational Auto</a:t>
            </a:r>
            <a:r>
              <a:rPr lang="zh-TW" altLang="en-US" sz="1800" dirty="0"/>
              <a:t> </a:t>
            </a:r>
            <a:r>
              <a:rPr lang="en-US" altLang="zh-TW" sz="1800" dirty="0"/>
              <a:t>Encoder</a:t>
            </a:r>
            <a:r>
              <a:rPr lang="zh-TW" altLang="en-US" sz="1800" dirty="0"/>
              <a:t>，變分自編碼器</a:t>
            </a:r>
            <a:r>
              <a:rPr lang="en-US" altLang="zh-TW" sz="1800" dirty="0"/>
              <a:t>)</a:t>
            </a:r>
            <a:r>
              <a:rPr lang="zh-TW" altLang="en-US" sz="1800" dirty="0"/>
              <a:t>啟發，設計一套專門的資料增強方法，將輸入資料轉換成機率模型並從中取樣並合成。</a:t>
            </a:r>
            <a:endParaRPr lang="en-US" altLang="zh-TW" sz="1800" dirty="0"/>
          </a:p>
          <a:p>
            <a:endParaRPr lang="en-US" altLang="zh-TW" sz="1800" dirty="0"/>
          </a:p>
          <a:p>
            <a:pPr marL="457200" lvl="1" indent="0">
              <a:buNone/>
            </a:pPr>
            <a:endParaRPr lang="en-US" altLang="zh-TW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4DC2FC-0FEB-4D5A-8A68-7D4A288409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23505" b="-1412"/>
          <a:stretch/>
        </p:blipFill>
        <p:spPr>
          <a:xfrm>
            <a:off x="535703" y="1916521"/>
            <a:ext cx="4509521" cy="4615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29B048-CC7A-4E5A-AC81-3A51B3160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706" y="2400330"/>
            <a:ext cx="4182161" cy="37979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EFC7CD4-E489-43C8-B194-ACDD88255235}"/>
              </a:ext>
            </a:extLst>
          </p:cNvPr>
          <p:cNvSpPr txBox="1"/>
          <p:nvPr/>
        </p:nvSpPr>
        <p:spPr>
          <a:xfrm>
            <a:off x="4659438" y="6218148"/>
            <a:ext cx="37875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相較白高斯雜訊與常數雜訊，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CDCNN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的擴充在 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PCA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空間產生明顯更大的分散。</a:t>
            </a:r>
            <a:endParaRPr lang="zh-TW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C551E7-54BD-4118-B5FF-0E51F89F7070}"/>
              </a:ext>
            </a:extLst>
          </p:cNvPr>
          <p:cNvSpPr txBox="1"/>
          <p:nvPr/>
        </p:nvSpPr>
        <p:spPr>
          <a:xfrm>
            <a:off x="457203" y="2397948"/>
            <a:ext cx="3360417" cy="300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600" dirty="0"/>
              <a:t>1. </a:t>
            </a:r>
            <a:r>
              <a:rPr lang="zh-TW" altLang="en-US" sz="1600" dirty="0"/>
              <a:t>   計算其中一個氣體感測器訊號 </a:t>
            </a:r>
            <a:r>
              <a:rPr lang="en-US" altLang="zh-TW" sz="1600" dirty="0"/>
              <a:t>j</a:t>
            </a:r>
            <a:r>
              <a:rPr lang="zh-TW" altLang="en-US" sz="1600" dirty="0"/>
              <a:t> 的資料平均與變異數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2.</a:t>
            </a:r>
            <a:r>
              <a:rPr lang="zh-TW" altLang="en-US" sz="1600" dirty="0"/>
              <a:t>   再挑選同一個氣體資料中另一條不同的訊號 </a:t>
            </a:r>
            <a:r>
              <a:rPr lang="en-US" altLang="zh-TW" sz="1600" dirty="0"/>
              <a:t>k</a:t>
            </a:r>
            <a:r>
              <a:rPr lang="zh-TW" altLang="en-US" sz="1600" dirty="0"/>
              <a:t> 計算平均與變異數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3.</a:t>
            </a:r>
            <a:r>
              <a:rPr lang="zh-TW" altLang="en-US" sz="1600" dirty="0"/>
              <a:t>   將兩者訊號以設定好的 參數</a:t>
            </a:r>
            <a:r>
              <a:rPr lang="el-GR" altLang="zh-TW" sz="1600" dirty="0"/>
              <a:t>λ</a:t>
            </a:r>
            <a:r>
              <a:rPr lang="zh-TW" altLang="en-US" sz="1600" dirty="0"/>
              <a:t> 線性組合，得到混合平均值及混和變異數，再建立高斯分布模型，合成擴充訊號並保留原本的標籤。</a:t>
            </a:r>
            <a:endParaRPr lang="en-US" altLang="zh-TW" sz="1600" dirty="0"/>
          </a:p>
        </p:txBody>
      </p:sp>
    </p:spTree>
    <p:extLst>
      <p:ext uri="{BB962C8B-B14F-4D97-AF65-F5344CB8AC3E}">
        <p14:creationId xmlns:p14="http://schemas.microsoft.com/office/powerpoint/2010/main" val="2973553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DFFE-47A9-42A1-AB91-255668E4F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4000" dirty="0"/>
              <a:t>Feature Generation</a:t>
            </a:r>
            <a:endParaRPr lang="zh-TW" altLang="en-US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03ADD9-3627-4DC3-8215-9B53C8A70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DA208A1-8E70-44E6-BC82-8F7FE9095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941" y="1426939"/>
            <a:ext cx="4453720" cy="492941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50000"/>
              </a:lnSpc>
            </a:pPr>
            <a:endParaRPr lang="en-US" altLang="zh-TW" sz="18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高頻特徵：</a:t>
            </a:r>
            <a:r>
              <a:rPr lang="zh-TW" altLang="en-US" sz="7200" dirty="0"/>
              <a:t>先將訊號以 </a:t>
            </a:r>
            <a:r>
              <a:rPr lang="en-US" altLang="zh-TW" sz="7200" dirty="0" err="1"/>
              <a:t>Maxpool</a:t>
            </a:r>
            <a:r>
              <a:rPr lang="en-US" altLang="zh-TW" sz="7200" dirty="0"/>
              <a:t>() </a:t>
            </a:r>
            <a:r>
              <a:rPr lang="zh-TW" altLang="en-US" sz="7200" dirty="0"/>
              <a:t>取出，再用最近鄰上採樣</a:t>
            </a:r>
            <a:r>
              <a:rPr lang="en-US" altLang="zh-TW" sz="7200" dirty="0"/>
              <a:t>(sample)</a:t>
            </a:r>
            <a:r>
              <a:rPr lang="zh-TW" altLang="en-US" sz="7200" dirty="0"/>
              <a:t>還原尺寸。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低頻特徵：</a:t>
            </a:r>
            <a:r>
              <a:rPr lang="zh-TW" altLang="en-US" sz="7200" dirty="0"/>
              <a:t>原始特徵減去高頻特徵得到，這部分視為與</a:t>
            </a:r>
            <a:r>
              <a:rPr lang="en-US" altLang="zh-TW" sz="7200" dirty="0"/>
              <a:t>domain</a:t>
            </a:r>
            <a:r>
              <a:rPr lang="zh-TW" altLang="en-US" sz="7200" dirty="0"/>
              <a:t>相關的緩慢變化。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將高頻特徵與另一組低頻特徵組合，可生成具原始分類標籤且帶有 </a:t>
            </a:r>
            <a:r>
              <a:rPr lang="en-US" altLang="zh-TW" sz="7200" dirty="0"/>
              <a:t>domain </a:t>
            </a:r>
            <a:r>
              <a:rPr lang="zh-TW" altLang="en-US" sz="7200" dirty="0"/>
              <a:t>漂移的特徵訊號。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再進入 </a:t>
            </a:r>
            <a:r>
              <a:rPr lang="en-US" altLang="zh-TW" sz="7200" dirty="0"/>
              <a:t>ResNet-4,5 </a:t>
            </a:r>
            <a:r>
              <a:rPr lang="zh-TW" altLang="en-US" sz="7200" dirty="0"/>
              <a:t>生成深層特徵，計算 </a:t>
            </a:r>
            <a:r>
              <a:rPr lang="en-US" altLang="zh-TW" sz="7200" dirty="0"/>
              <a:t>Contrast Loss</a:t>
            </a:r>
            <a:r>
              <a:rPr lang="zh-TW" altLang="en-US" sz="7200" dirty="0"/>
              <a:t>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最後在得到分類機率後計算</a:t>
            </a:r>
            <a:r>
              <a:rPr lang="en-US" altLang="zh-TW" sz="7200" dirty="0"/>
              <a:t>MSE Loss</a:t>
            </a:r>
            <a:r>
              <a:rPr lang="zh-TW" altLang="en-US" sz="7200" dirty="0"/>
              <a:t>，確保兩種</a:t>
            </a:r>
            <a:r>
              <a:rPr lang="en-US" altLang="zh-TW" sz="7200" dirty="0"/>
              <a:t>feature</a:t>
            </a:r>
            <a:r>
              <a:rPr lang="zh-TW" altLang="en-US" sz="7200" dirty="0"/>
              <a:t>的預測結果一致。</a:t>
            </a:r>
            <a:endParaRPr lang="en-US" altLang="zh-TW" sz="7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9A453-1BE5-4F31-BA62-AAEA0BC9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58" y="1594965"/>
            <a:ext cx="3903401" cy="15773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1BEE24-1DA4-4C6D-B719-5E2759D0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922" y="3666527"/>
            <a:ext cx="3729137" cy="20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55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CDE5-8C66-4FEE-9AE9-B703CBA57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Loss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BE91FD-636D-4051-908C-A3245C32B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A73BEA-41DA-4AE2-B9FB-091E7C3BD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損失函數</a:t>
            </a:r>
            <a:r>
              <a:rPr lang="en-US" altLang="zh-TW" sz="2800" dirty="0"/>
              <a:t>L</a:t>
            </a:r>
            <a:r>
              <a:rPr lang="zh-TW" altLang="en-US" sz="2800" dirty="0"/>
              <a:t>：</a:t>
            </a:r>
            <a:endParaRPr lang="en-US" altLang="zh-TW" sz="2800" dirty="0"/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ce</a:t>
            </a:r>
            <a:r>
              <a:rPr lang="en-US" altLang="zh-TW" sz="2400" dirty="0"/>
              <a:t>: Cross-Entropy loss</a:t>
            </a:r>
          </a:p>
          <a:p>
            <a:pPr lvl="1"/>
            <a:endParaRPr lang="en-US" altLang="zh-TW" sz="2400" dirty="0"/>
          </a:p>
          <a:p>
            <a:pPr lvl="1"/>
            <a:endParaRPr lang="en-US" altLang="zh-TW" sz="2400" dirty="0"/>
          </a:p>
          <a:p>
            <a:pPr lvl="1"/>
            <a:r>
              <a:rPr lang="en-US" altLang="zh-TW" sz="2400" dirty="0"/>
              <a:t>L</a:t>
            </a:r>
            <a:r>
              <a:rPr lang="en-US" altLang="zh-TW" sz="2400" baseline="-25000" dirty="0"/>
              <a:t>MSE</a:t>
            </a:r>
            <a:r>
              <a:rPr lang="en-US" altLang="zh-TW" sz="2400" dirty="0"/>
              <a:t>: </a:t>
            </a:r>
            <a:r>
              <a:rPr lang="zh-TW" altLang="en-US" sz="2400" dirty="0"/>
              <a:t>確保</a:t>
            </a:r>
            <a:r>
              <a:rPr lang="en-US" altLang="zh-TW" sz="2400" dirty="0"/>
              <a:t>generate feature </a:t>
            </a:r>
            <a:r>
              <a:rPr lang="zh-TW" altLang="en-US" sz="2400" dirty="0"/>
              <a:t>跟原始特徵保持一致性。</a:t>
            </a:r>
            <a:endParaRPr lang="en-US" altLang="zh-TW" sz="2400" dirty="0"/>
          </a:p>
          <a:p>
            <a:pPr marL="457200" lvl="1" indent="0">
              <a:buNone/>
            </a:pP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con</a:t>
            </a:r>
            <a:r>
              <a:rPr lang="en-US" altLang="zh-TW" sz="2400" dirty="0"/>
              <a:t>: </a:t>
            </a:r>
            <a:r>
              <a:rPr lang="zh-TW" altLang="en-US" sz="2400" dirty="0"/>
              <a:t>使用 </a:t>
            </a:r>
            <a:r>
              <a:rPr lang="en-US" altLang="zh-TW" sz="2400" dirty="0"/>
              <a:t>dot-product similarity</a:t>
            </a:r>
            <a:r>
              <a:rPr lang="zh-TW" altLang="en-US" sz="2400" dirty="0"/>
              <a:t>拉近同標籤樣本的距離。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341214-5CCD-48E5-B5E1-E130F55D8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310" y="1196752"/>
            <a:ext cx="4153219" cy="700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BA0B6E-51BC-400D-B696-F25034785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545" y="2154778"/>
            <a:ext cx="4505675" cy="91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AD64E16-DA3B-4126-BD66-4C578A9E5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545" y="3555089"/>
            <a:ext cx="5385785" cy="8258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282726-88C7-4014-A1AD-266FB69A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6526" y="4865044"/>
            <a:ext cx="5870947" cy="149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70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E4CA-8B45-498E-9B3C-0CD5989A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Dataset:</a:t>
            </a:r>
            <a:r>
              <a:rPr lang="zh-TW" altLang="en-US" sz="3200" dirty="0"/>
              <a:t> </a:t>
            </a:r>
            <a:r>
              <a:rPr lang="en-CA" altLang="zh-TW" sz="3200" dirty="0"/>
              <a:t>UCI long-term sensor drift dataset</a:t>
            </a:r>
            <a:r>
              <a:rPr lang="zh-TW" altLang="en-US" sz="3200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D6E7C-18BE-4AA2-970E-0E252A84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9DFA15-DA68-44DE-9B5B-EF2ACD0B6B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600" y="3628330"/>
            <a:ext cx="7956799" cy="2032918"/>
          </a:xfr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3A94744-DCE6-4EAC-B9B1-E141DB080B15}"/>
              </a:ext>
            </a:extLst>
          </p:cNvPr>
          <p:cNvSpPr txBox="1">
            <a:spLocks/>
          </p:cNvSpPr>
          <p:nvPr/>
        </p:nvSpPr>
        <p:spPr>
          <a:xfrm>
            <a:off x="457200" y="1196752"/>
            <a:ext cx="8229600" cy="4929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dirty="0"/>
              <a:t>36</a:t>
            </a:r>
            <a:r>
              <a:rPr lang="zh-TW" altLang="en-US" sz="2000" dirty="0"/>
              <a:t>個月採集時間</a:t>
            </a:r>
            <a:endParaRPr lang="en-US" altLang="zh-TW" sz="2000" dirty="0"/>
          </a:p>
          <a:p>
            <a:r>
              <a:rPr lang="en-US" altLang="zh-TW" sz="2000" dirty="0"/>
              <a:t>13910</a:t>
            </a:r>
            <a:r>
              <a:rPr lang="zh-TW" altLang="en-US" sz="2000" dirty="0"/>
              <a:t>個樣本，根據時間切成</a:t>
            </a:r>
            <a:r>
              <a:rPr lang="en-US" altLang="zh-TW" sz="2000" dirty="0"/>
              <a:t>10 batches</a:t>
            </a:r>
          </a:p>
          <a:p>
            <a:r>
              <a:rPr lang="en-US" altLang="zh-TW" sz="2000" dirty="0"/>
              <a:t>Label:</a:t>
            </a:r>
            <a:r>
              <a:rPr lang="zh-TW" altLang="en-US" sz="2000" dirty="0"/>
              <a:t>氨氣 </a:t>
            </a:r>
            <a:r>
              <a:rPr lang="en-US" altLang="zh-TW" sz="2000" dirty="0"/>
              <a:t>ammonia</a:t>
            </a:r>
            <a:r>
              <a:rPr lang="zh-TW" altLang="en-US" sz="2000" dirty="0"/>
              <a:t>、乙醛 </a:t>
            </a:r>
            <a:r>
              <a:rPr lang="en-US" altLang="zh-TW" sz="2000" dirty="0"/>
              <a:t>acetaldehyde</a:t>
            </a:r>
            <a:r>
              <a:rPr lang="zh-TW" altLang="en-US" sz="2000" dirty="0"/>
              <a:t>、丙酮 </a:t>
            </a:r>
            <a:r>
              <a:rPr lang="en-US" altLang="zh-TW" sz="2000" dirty="0"/>
              <a:t>acetone</a:t>
            </a:r>
            <a:r>
              <a:rPr lang="zh-TW" altLang="en-US" sz="2000" dirty="0"/>
              <a:t>、乙烯 </a:t>
            </a:r>
            <a:r>
              <a:rPr lang="en-US" altLang="zh-TW" sz="2000" dirty="0"/>
              <a:t>ethylene</a:t>
            </a:r>
            <a:r>
              <a:rPr lang="zh-TW" altLang="en-US" sz="2000" dirty="0"/>
              <a:t>、乙醇 </a:t>
            </a:r>
            <a:r>
              <a:rPr lang="en-US" altLang="zh-TW" sz="2000" dirty="0"/>
              <a:t>ethanol</a:t>
            </a:r>
            <a:r>
              <a:rPr lang="zh-TW" altLang="en-US" sz="2000" dirty="0"/>
              <a:t>、甲苯 </a:t>
            </a:r>
            <a:r>
              <a:rPr lang="en-US" altLang="zh-TW" sz="2000" dirty="0"/>
              <a:t>toluene</a:t>
            </a:r>
          </a:p>
          <a:p>
            <a:r>
              <a:rPr lang="en-US" altLang="zh-TW" sz="2000" dirty="0"/>
              <a:t>16</a:t>
            </a:r>
            <a:r>
              <a:rPr lang="zh-TW" altLang="en-US" sz="2000" dirty="0"/>
              <a:t>顆 </a:t>
            </a:r>
            <a:r>
              <a:rPr lang="en-US" altLang="zh-TW" sz="2000" dirty="0"/>
              <a:t>MOS</a:t>
            </a:r>
            <a:r>
              <a:rPr lang="zh-TW" altLang="en-US" sz="2000" dirty="0"/>
              <a:t> </a:t>
            </a:r>
            <a:r>
              <a:rPr lang="en-US" altLang="zh-TW" sz="2000" dirty="0"/>
              <a:t>array</a:t>
            </a:r>
          </a:p>
          <a:p>
            <a:r>
              <a:rPr lang="en-US" altLang="zh-TW" sz="2000" dirty="0"/>
              <a:t>8</a:t>
            </a:r>
            <a:r>
              <a:rPr lang="zh-TW" altLang="en-US" sz="2000" dirty="0"/>
              <a:t>種特徵：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zh-TW" altLang="en-US" sz="2000" dirty="0"/>
              <a:t>、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en-US" altLang="zh-TW" sz="2000" dirty="0"/>
              <a:t> – R</a:t>
            </a:r>
            <a:r>
              <a:rPr lang="en-US" altLang="zh-TW" sz="2000" baseline="-25000" dirty="0"/>
              <a:t>o</a:t>
            </a:r>
            <a:r>
              <a:rPr lang="en-US" altLang="zh-TW" sz="2000" dirty="0"/>
              <a:t>)/R</a:t>
            </a:r>
            <a:r>
              <a:rPr lang="en-US" altLang="zh-TW" sz="2000" baseline="-25000" dirty="0"/>
              <a:t>o</a:t>
            </a:r>
            <a:r>
              <a:rPr lang="zh-TW" altLang="en-US" sz="2000" dirty="0"/>
              <a:t>、三個不同參數的上升與衰減</a:t>
            </a:r>
            <a:r>
              <a:rPr lang="en-US" altLang="zh-TW" sz="2000" dirty="0"/>
              <a:t>EMA	</a:t>
            </a:r>
          </a:p>
        </p:txBody>
      </p:sp>
    </p:spTree>
    <p:extLst>
      <p:ext uri="{BB962C8B-B14F-4D97-AF65-F5344CB8AC3E}">
        <p14:creationId xmlns:p14="http://schemas.microsoft.com/office/powerpoint/2010/main" val="1934456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08814-1431-433E-84DD-4812C58F8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 </a:t>
            </a:r>
            <a:r>
              <a:rPr lang="en-US" altLang="zh-TW" sz="2700" dirty="0"/>
              <a:t>Performance differences between CDCNN and CDWC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299E36-3E2C-454A-AEF5-24A4BAE6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5" name="图片 1" descr="图表&#10;&#10;描述已自动生成">
            <a:extLst>
              <a:ext uri="{FF2B5EF4-FFF2-40B4-BE49-F238E27FC236}">
                <a16:creationId xmlns:a16="http://schemas.microsoft.com/office/drawing/2014/main" id="{74C59661-D5A9-4F49-9561-32045EDB0328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"/>
          <a:stretch/>
        </p:blipFill>
        <p:spPr bwMode="auto">
          <a:xfrm>
            <a:off x="582930" y="1111607"/>
            <a:ext cx="6286500" cy="247847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图片 17" descr="图表&#10;&#10;描述已自动生成">
            <a:extLst>
              <a:ext uri="{FF2B5EF4-FFF2-40B4-BE49-F238E27FC236}">
                <a16:creationId xmlns:a16="http://schemas.microsoft.com/office/drawing/2014/main" id="{255EC01B-7AD2-42D7-A479-68016B831F6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71700" y="3772640"/>
            <a:ext cx="6515100" cy="27662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25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1366-542D-49F6-A087-F642879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各式方法比較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5FA307-E241-43FF-9236-E481CDDC3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766" y="1254125"/>
            <a:ext cx="5559234" cy="492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17472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實驗設計：照 Fig. 2 重建架構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先把論文的網路照圖做出來，只用第一批資料訓練，再看它在後面九批的表現。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202502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50208"/>
            <a:ext cx="420624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2：五個一維 ResNet 區塊，攤平後接全連接層；資料擴充與特徵生成只在訓練時作用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481328"/>
            <a:ext cx="3840480" cy="3657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架構：五個 ResNet 區塊（通道 32/64/128/256/128）、不做 pooling、攤平後 FC128 → BatchNorm → FC6，完全照圖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資料：UCI 漂移資料集，128 維特徵、六種氣體、十批，橫跨三年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規則（source-only）：訓練、調參、選模型只用 Batch 1 的 445 筆；Batch 2–10 要等所有模型存檔、雜湊之後才打開，每次執行都有稽核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指標：九批各自的準確率再取平均（target mean），與論文 Table 3 相同；五個隨機種子，附標準差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61688"/>
            <a:ext cx="4206240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三個元件一個一個加上去量：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① 資料擴充　② 特徵生成 + L_MSE　③ 對比損失 L_con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每加一個，問兩件事：準確率動了多少？機制有沒有真的發生？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基線結果：0.5556，論文的 ResNet 0.6346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差 0.08。先看錯在哪：有一種氣體整批判錯，而論文自己的模型也一樣。</a:t>
            </a:r>
          </a:p>
        </p:txBody>
      </p:sp>
      <p:pic>
        <p:nvPicPr>
          <p:cNvPr id="5" name="Picture 4" descr="baseline-confusion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114800" cy="2565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33088"/>
            <a:ext cx="41148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我們的混淆矩陣（Batch 2–10 合併）：Acetaldehyde 那一列全部判成 Ethanol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81328"/>
            <a:ext cx="3931920" cy="18765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0" y="3401568"/>
            <a:ext cx="3931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S3：CDCNN 也把 100% 的 Acetaldehyde 判成 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767328"/>
            <a:ext cx="3931920" cy="2286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Acetaldehyde 在 Batch 1 上分得很好（recall 1.000），到了後面的批次整個雲團移到 Ethanol 原本的位置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這不是模型做錯，是感測器老化造成的位移；論文的模型也救不回它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所以和論文的差距在其他五種氣體，尤其 Toluene（論文 0.92，我們 0.39）與 Acetone（0.94 對 0.51）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98848"/>
            <a:ext cx="41148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訓練集 Batch 1 上的準確率是 1.000，所以問題不在學不會，在學到的東西搬不到後面的批次。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問題：論文的訓練曲線對不上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 Fig. S1 的曲線既不像訓練曲線也不像測試曲線；而且在這個規則下沒有辦法選停止的時間點。</a:t>
            </a:r>
          </a:p>
        </p:txBody>
      </p:sp>
      <p:pic>
        <p:nvPicPr>
          <p:cNvPr id="5" name="Picture 4" descr="fig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23360" cy="1611423"/>
          </a:xfrm>
          <a:prstGeom prst="rect">
            <a:avLst/>
          </a:prstGeom>
        </p:spPr>
      </p:pic>
      <p:pic>
        <p:nvPicPr>
          <p:cNvPr id="6" name="Picture 5" descr="figS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81328"/>
            <a:ext cx="396240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S1：(a) 三個模型的準確率在 0.58／0.65／0.70 進入平台，(b) CDCNN 的 loss 停在 1.5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我們：左為 Batch 1 訓練準確率，右為測試批次的平均；虛線是論文的三個平台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84448"/>
            <a:ext cx="8229600" cy="2834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Fig. S1 的說明只寫「訓練 100 個 epoch」，沒說縱軸是訓練集還是測試批次。我們把自己的兩種曲線都畫出來對照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若它是訓練集的準確率：我們的訓練集十個 epoch 內就過 0.95、最後 1.000，論文的 ResNet 卻停在 0.58，表示論文的模型連訓練集都沒學會，與它 Table 3 的數字不合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若它是測試批次的準確率：曲線每個 epoch 都在更新，代表訓練過程中持續在看測試資料，這和「只用 Batch 1」的設定矛盾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延伸出一個實務問題：該訓練幾個 epoch？我們在 Batch 1 上做五折交叉驗證（四組設定、三個種子，共 120 折），交叉驗證的最佳點都落在 epoch 60–100，但測試批次實際的最佳點在 7、40、70，兩者走反方向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所以只看 Batch 1 選不出停止點，我們固定訓練 100 個 epoch，這是唯一不偷看測試資料的做法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元件一：資料擴充，照論文做反而變差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論文的擴充是加隨機噪聲，加了反而變差；噪聲要有方向才會變好，但方向得看測試資料才知道。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15361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93776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做法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不擴充（基線）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論文的擴充：各方向隨機的噪聲（Eq. 5–7）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0.5340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沿感測器老化方向推一段距離，不加噪聲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0.5770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augmentation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107" y="3127248"/>
            <a:ext cx="4163785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98848"/>
            <a:ext cx="82296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Batch 1 擴充前後：隨機噪聲只把雲撐大，離目標的距離不變；有方向的位移才靠過去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64608"/>
            <a:ext cx="8229600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「有方向」的版本是本研究唯一超過門檻的增益，但它的方向是看過測試資料才選的，只能當上界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增益全來自 Acetone 變好 0.26，代價是 Ethylene 變差 0.27；整批判錯的 Acetaldehyde 一樣沒救回來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元件二：特徵生成，Fig. 5 怎麼讀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我們畫得出和論文一樣的圖；但它是在測試批次上畫的，看不出區塊對沒見過的批次有沒有幫助。</a:t>
            </a:r>
          </a:p>
        </p:txBody>
      </p:sp>
      <p:pic>
        <p:nvPicPr>
          <p:cNvPr id="5" name="Picture 4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69080" cy="2347690"/>
          </a:xfrm>
          <a:prstGeom prst="rect">
            <a:avLst/>
          </a:prstGeom>
        </p:spPr>
      </p:pic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481328"/>
            <a:ext cx="4069080" cy="22450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5：生成區塊套在 batch 2 上（橘），與 batch 2 自己的特徵（藍）比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我們照同樣的畫法畫，形狀對得上：橘色比藍色寬、往外延伸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6008"/>
            <a:ext cx="8229600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圖的說明寫「in one of the test domains (batch2)」，也就是把生成區塊套在測試批次的資料上再和它自己比。從 batch 2 生成的特徵自然會落在 batch 2 附近，所以這張圖比較像在展示區塊的擴散效果，較難回答「從 Batch 1 生成的特徵能不能到達後面的批次」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在只用 Batch 1 的設定下，訓練時區塊只看得到 Batch 1，預測時區塊不作用，所以我們改從 Batch 1 生成，再看它有沒有走到後面的批次（下一頁）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生成的特徵沒有走到任何後續批次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17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橘色（生成的）疊在灰色（Batch 1）上，藍色（後面的批次）在另一邊，中間一段空隙。</a:t>
            </a:r>
          </a:p>
        </p:txBody>
      </p:sp>
      <p:pic>
        <p:nvPicPr>
          <p:cNvPr id="5" name="Picture 4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974" y="1481328"/>
            <a:ext cx="5874052" cy="2788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1596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每一格是一種氣體乘一個批次。橫軸是這種氣體從 Batch 1 搬到那個批次的方向，所以「有沒有走到」一眼就看得出來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灰 = Batch 1 原始特徵；橘 = 區塊從 Batch 1 生成的特徵，也就是訓練時網路看到的東西；藍 = 那個批次的真實特徵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量成數字：橘和藍的重疊中位數 0.00；橘的寬度是灰的 1.01 倍；區塊沿這個方向只推了距離的 3%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結果：加了特徵生成，準確率 +0.0004，等於零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為什麼特徵生成沒有用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區塊推的方向是對的，但往前推和往後推的機率一樣，而且推的距離太短。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8229600" cy="8229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論文的特徵生成（Eqs. 8–16）：把特徵拆成 z = z^H + z^L，對殘差 z^L 的風格統計量重新取樣再組回去：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　　μ′ ~ N(μ̂, δ̂)，δ′ ~ N(μ̄, δ̄)　(14)　　　z̃^L = δ′ (z^L − μ) / δ + μ′　(16)　　　z̃ = z^H + z̃^L　(15)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95728"/>
            <a:ext cx="8229600" cy="3931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方向對：Eq. (14) 產生的擾動確實偏向感測器老化的方向，偏好程度是隨機方向的 3 到 4.6 倍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但沒有正負號：Eq. (14) 用的是對稱的高斯分布，抽到「往老化方向」和「往反方向」的機率一樣，平均起來等於沒推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這對分類器的影響是：它被要求把一筆資料和「往兩邊各推一點」的版本都判成同一類，結果只是把每一類的範圍往兩邊都撐寬；真正的老化只往一邊走，而界線並沒有往那一邊搬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距離太短：把擾動投影到老化方向上，區塊推的距離只有真實位移的 3%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網路確實學到了區塊要求的東西，L_MSE 在 100 個 epoch 內下降 2 到 5 倍；但真實的位移有 94% 原封不動穿過網路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和元件一是同一件事：沒有方向的位移是負的或零，給了方向才是正的；Eq. (14) 把方向丟掉了。我們也試過把方向補回 Eq. (14)，結果 +0.0023，仍在門檻內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元件三：對比損失，已實作、決定不跑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600"/>
              <a:t>論文的對比損失（S5）是標準的 Supervised Contrastive Loss，同一種氣體的原始特徵和生成特徵在單位球上互相拉近：</a:t>
            </a:r>
          </a:p>
          <a:p>
            <a:pPr lvl="1"/>
            <a:r>
              <a:rPr sz="1400"/>
              <a:t>L_con = − Σᵢ (1/|P(i)|) Σ_{p∈P(i)} log [ exp(f(zᵢ)·f(zₚ)/τ) / Σ_{a∈A(i)} exp(f(zᵢ)·f(zₐ)/τ) ]</a:t>
            </a:r>
          </a:p>
          <a:p>
            <a:pPr/>
            <a:r>
              <a:rPr sz="1600"/>
              <a:t>程式寫好了：損失函數、三個版本的設定、事前預測與否證條件、單元測試都通過。補跑只要 15 分鐘</a:t>
            </a:r>
          </a:p>
          <a:p>
            <a:pPr/>
            <a:r>
              <a:rPr sz="1600"/>
              <a:t>不跑的理由：它要求「原始特徵對生成特徵不變」，而前面已經量到生成特徵沒有離開 Batch 1（重疊 0.00、寬度比 1.01）。對一個沒走開的東西做不變性，不會變成對真正搬走的資料的不變性</a:t>
            </a:r>
          </a:p>
          <a:p>
            <a:pPr lvl="1"/>
            <a:r>
              <a:rPr sz="1400"/>
              <a:t>前一個分支在另一個網路上量了五次：−0.005 到 +0.003</a:t>
            </a:r>
          </a:p>
          <a:p>
            <a:pPr/>
            <a:r>
              <a:rPr sz="1600"/>
              <a:t>附帶一個觀察：對比損失的起始值約 4.8，是交叉熵的兩倍多；論文 Fig. S1 裡 CDCNN 的 loss 停在 1.5、其他兩個停在 0.5，和這個一致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它要把原始特徵和生成特徵拉近；但生成特徵本來就在原始特徵旁邊，拉近它換不到對老化的抵抗力。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延伸：把老化方向從輸入裡扣掉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老化主要沿一條方向，Batch 1 自己量得到，就不讓模型看那條方向。結果 +0.0128，不可分辨。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4023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用兩個數字的例子說明。假設只有 x 會隨感測器老化變大：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47088"/>
          <a:ext cx="4023359" cy="9326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67942"/>
                <a:gridCol w="885139"/>
                <a:gridCol w="885139"/>
                <a:gridCol w="885139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Batch 1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幾個月後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只留 y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(9, 2)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Acetaldehyde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 →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852928"/>
            <a:ext cx="402336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幾個月後的 Acetaldehyde 落在 (5, 3)，離 Batch 1 的 Ethanol (5, 2) 最近，被判成 Ethanol。這就是整批判錯的來源。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把 x 扔掉只看 y，兩種氣體不管過多久都在原地。真實資料有 128 個數字，老化方向是一條斜線，做法一樣：把每筆資料在那條線上的分量減掉。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663440" y="1481328"/>
          <a:ext cx="4023358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724204"/>
                <a:gridCol w="643737"/>
                <a:gridCol w="643737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</a:rPr>
                        <a:t>扣掉什麼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497D"/>
                          </a:solidFill>
                        </a:rPr>
                        <a:t>可分辨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不扣（基線）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</a:rPr>
                        <a:t>Batch 1 三種氣體兩次量測的共同方向（頭條）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0.5684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三個方向張成的空間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0.5610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只用 Ethanol 的方向（看過測試資料才知道選它）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0.5747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是，上界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663440" y="3538728"/>
            <a:ext cx="4023360" cy="2651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為什麼不夠：Batch 1 兩次量測之間的方向只裝了三年老化的 29%，裝的主要是 Batch 1 自己的濃度差異。它是方向的估計，不是老化本身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要扣掉夠多老化就得扣三個方向，但那三個方向也裝了 76% 的氣體差異。老化和氣體資訊擠在同一個小空間裡，扣不乾淨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Acetaldehyde 在每個版本下仍落在 Ethanol 上。這個延伸也關掉了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實驗結果總表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論文三個元件在只用 Batch 1 的規則下沒有一個重現得出增益；我們自己的延伸也一樣。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44952"/>
                <a:gridCol w="1728216"/>
                <a:gridCol w="1810512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元件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我們量到的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前一個分支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論文宣稱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資料擴充，照論文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−0.013 到 −0.009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+0.036（含特徵生成）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資料擴充，有方向（看過測試資料）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特徵生成 + L_MSE，照論文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+0.0004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+0.001 到 +0.014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（含在上列）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對比損失 L_con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已實作，未跑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−0.005 到 +0.003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延伸：扣掉老化方向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+0.0128，不可分辨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07408"/>
            <a:ext cx="82296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基線 0.5556 是只用 Batch 1 的定案數字；所有 0.57 系列都是看過測試資料才選得出來的上界。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可分辨的門檻是五個種子的兩倍標準誤，約 0.01 到 0.02；低於 0.005 的差不算效應。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文獻對照：這份資料集別人怎麼做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同一個設定下，不看測試資料的方法沒有一個超過 60%；超過的全都用了測試批次的無標籤資料。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33472"/>
                <a:gridCol w="4114800"/>
                <a:gridCol w="148132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用到多少測試批次的資訊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代表方法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平均準確率 (%)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完全不看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原論文的 SVM 38.9；正交訊號校正 56.5；我們的 ResNet 55.6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39–57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完全不看（宣稱）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CDCNN 論文的 ResNet / CDWC / CDCNN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63.5 / 67.1 / 72.3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看測試批次的無標籤資料做對齊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DRCA 62.2、D-DRCA 73.8、流形方法 64–67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62–74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兩個訓練批次 + 無標籤資料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AMDS-PFFA（2024）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每個測試批次給 20 到 50 筆有標籤的校正樣本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DAELM（2015）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81–92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9884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我們的 55.6 比原論文的 SVM 高 17 個百分點；CDCNN 論文的 63.5 是「不看測試資料」這一列唯一的例外，而它的 Fig. 5 已被抓到用了測試資料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跨過 60% 的做法都是看測試批次的無標籤樣本做對齊。那和我們的延伸幾乎一樣，差別只在方向是從測試批次量的，不是從 Batch 1 猜的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來源：Zhang 2015（DAELM）、Zhang 2017（DRCA）、Yi 2019（D-DRCA）、AMDS-PFFA 2024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700"/>
              <a:t>照論文重建的網路在只用 Batch 1 的規則下得到 0.5556；論文的三個元件一個一個加上去，資料擴充變差、特徵生成等於零、對比損失的前提已被量掉。論文的增益重現不出來</a:t>
            </a:r>
          </a:p>
          <a:p>
            <a:pPr/>
            <a:r>
              <a:rPr sz="1700"/>
              <a:t>和論文的差距不在這三個元件，在 Acetaldehyde 以外的五種氣體；而 Acetaldehyde 整批判錯這件事，論文的模型也一樣</a:t>
            </a:r>
          </a:p>
          <a:p>
            <a:pPr/>
            <a:r>
              <a:rPr sz="1700"/>
              <a:t>論文的 Fig. 5 是在測試批次上畫的、Fig. S1 的曲線來源不明。兩件事只記錄，不推測動機</a:t>
            </a:r>
          </a:p>
          <a:p>
            <a:pPr/>
            <a:r>
              <a:rPr sz="1700"/>
              <a:t>不看測試資料的模型是現實中比較需要的，但這份資料集上沒有人在這個規則下超過 60%。要再往前，文獻的主流是讓每個測試批次的無標籤資料參與對齊，報告時要明說那是另一個設定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23</a:t>
            </a:fld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8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BME" id="{AA7E6EA0-1D5F-409F-956C-E3D4A11D80D7}" vid="{AE300734-491F-41D7-B009-1A9C00DED9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NBME</Template>
  <TotalTime>71814</TotalTime>
  <Words>1080</Words>
  <Application>Microsoft Office PowerPoint</Application>
  <PresentationFormat>On-screen Show (4:3)</PresentationFormat>
  <Paragraphs>115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Google Sans Text</vt:lpstr>
      <vt:lpstr>標楷體</vt:lpstr>
      <vt:lpstr>Arial</vt:lpstr>
      <vt:lpstr>Calibri</vt:lpstr>
      <vt:lpstr>Cambria</vt:lpstr>
      <vt:lpstr>Times New Roman</vt:lpstr>
      <vt:lpstr>NBME</vt:lpstr>
      <vt:lpstr>Contrastive domain generalization convolution neural network correcting the drift of gas sensors  Sensors and Actuators A: Physical, 2024 Jifeng Chu , Renhong Yao , Xianbo Huang </vt:lpstr>
      <vt:lpstr>目錄</vt:lpstr>
      <vt:lpstr>問題與既有方法</vt:lpstr>
      <vt:lpstr>Domain generalization and Contrastive learning</vt:lpstr>
      <vt:lpstr>Methodology: CDCNN Contrastive domain generalization convolution neural network</vt:lpstr>
      <vt:lpstr>Data augmentation</vt:lpstr>
      <vt:lpstr>Feature Generation</vt:lpstr>
      <vt:lpstr>Loss Function</vt:lpstr>
      <vt:lpstr>Dataset: UCI long-term sensor drift dataset </vt:lpstr>
      <vt:lpstr> Performance differences between CDCNN and CDWC</vt:lpstr>
      <vt:lpstr>各式方法比較</vt:lpstr>
      <vt:lpstr>實驗探討</vt:lpstr>
      <vt:lpstr>論文的feature generation 在 source-only無法重現</vt:lpstr>
      <vt:lpstr>從 Batch 1 生成的特徵沒有覆蓋任何後續 batch</vt:lpstr>
      <vt:lpstr>實驗結果</vt:lpstr>
      <vt:lpstr>結論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邦均 劉</dc:creator>
  <cp:lastModifiedBy>Yvonne Chen</cp:lastModifiedBy>
  <cp:revision>2148</cp:revision>
  <cp:lastPrinted>2026-09-29T05:22:58Z</cp:lastPrinted>
  <dcterms:created xsi:type="dcterms:W3CDTF">2022-06-23T07:26:37Z</dcterms:created>
  <dcterms:modified xsi:type="dcterms:W3CDTF">2026-09-29T07:09:19Z</dcterms:modified>
</cp:coreProperties>
</file>