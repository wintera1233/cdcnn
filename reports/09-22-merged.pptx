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  <p:sldId id="340" r:id="rId32"/>
    <p:sldId id="341" r:id="rId33"/>
    <p:sldId id="342" r:id="rId34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問題一：論文文字和圖對不上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論文有幾處文字與圖互相矛盾，我們每一處都做了兩種版本，資料支持圖。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2144"/>
                <a:gridCol w="2633472"/>
                <a:gridCol w="2468880"/>
                <a:gridCol w="197510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哪裡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文字說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圖或公式說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我們實測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網路寬度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通道數從 1 逐步增加到 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Fig. 2 印的是 32/64/128/256/128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圖版高 0.03 到 0.05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Pooling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「這個網路不用 pooling layer」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加了就掉 0.078，是全研究最大的單一效應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四條公式的細節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平均怎麼取、要不要除以類別數、統計量的維度、高斯能不能抽到負值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各有兩種讀法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都做了，差異都約零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31596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結論：能照做的都照做了，沒有一個歧義能解釋 0.08 的差距。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唯一真正重要的是「不用 pooling」那句話：它比論文的三個元件加起來都重要。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問題二：標籤對不上論文的 Table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資料集的氣體編號和論文表格對不上，我們用 Batch 1 的形狀對回去。不影響任何準確率。</a:t>
            </a:r>
          </a:p>
        </p:txBody>
      </p:sp>
      <p:pic>
        <p:nvPicPr>
          <p:cNvPr id="5" name="Picture 4" descr="fig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863681"/>
          </a:xfrm>
          <a:prstGeom prst="rect">
            <a:avLst/>
          </a:prstGeom>
        </p:spPr>
      </p:pic>
      <p:pic>
        <p:nvPicPr>
          <p:cNvPr id="6" name="Picture 5" descr="batch1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4023360" cy="1702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0156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論文的 PCA 圖（Batch 1 面板），依氣體名稱上色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40156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 Batch 1 PCA，只標整數編號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13048"/>
            <a:ext cx="822960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資料集文件說 2 是 Ethylene、3 是 Ammonia；論文 Table 2 的筆數照欄位讀卻只有一欄對得上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把 Batch 1 的 PCA 形狀拿去對論文的圖，判定 2 與 3 互換；之後所有氣體名字都用這個對應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模型只看整數編號，所以準確率完全不受影響；影響的只是「哪一種氣體怎麼樣」的敘述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問題三：論文的訓練曲線對不上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論文：準確率在 0.58／0.65／0.70 進入平台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我們：訓練集到 1.000，測試批次 0.35–0.55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38728"/>
            <a:ext cx="8229600" cy="2743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如果 S1 畫的是訓練集，0.58 太低；如果畫的是測試批次，那代表訓練時一直在看測試資料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只看 Batch 1 選不出該在第幾個 epoch 停：交叉驗證的最佳點落在 epoch 60–100，測試批次的最佳點在 7、40、70，兩者反向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所以我們固定訓練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0"/>
                <a:gridCol w="1481328"/>
                <a:gridCol w="1316736"/>
                <a:gridCol w="13167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論文的擴充：各方向隨機的噪聲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1A1A"/>
                          </a:solidFill>
                        </a:rPr>
                        <a:t>是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ugmentation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107" y="3127248"/>
            <a:ext cx="4163785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擴充前後：隨機噪聲只把雲撐大，離目標的距離不變；有方向的位移才靠過去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64608"/>
            <a:ext cx="822960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「有方向」的版本是本研究唯一可分辨的增益，但它的方向是看過測試資料才選的，只能當上界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的畫法有問題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這張圖用了測試批次的資料，而且是循環論證：從 batch 2 生成的特徵當然靠近 batch 2。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2321311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4220413" cy="23285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130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5：把生成區塊套在 batch 2 上（橘），和 batch 2 自己（藍）比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8130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我們照同樣畫法畫，形狀對得上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24528"/>
            <a:ext cx="8229600" cy="2103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圖的 caption 寫「in one of the test domains (batch2)」：橘點是把區塊套在測試批次上才有的。訓練時區塊只看得到 Batch 1，預測時區塊根本不作用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從 batch 2 生成的特徵當然落在 batch 2 旁邊，不管區塊做什麼。這張圖證明不了區塊能「涵蓋沒見過的批次」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正確的問法：區塊只作用在 Batch 1，生成出來的特徵有沒有走到後面的批次？下一頁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/>
              <a:t>方向對：區塊的擾動確實偏向感測器老化的方向，偏好程度是隨機方向的 3 到 4.6 倍</a:t>
            </a:r>
          </a:p>
          <a:p>
            <a:pPr/>
            <a:r>
              <a:rPr sz="1600"/>
              <a:t>正負號沒有：論文公式用對稱的高斯取樣，往老化方向推和往反方向推一樣多，平均起來是零</a:t>
            </a:r>
          </a:p>
          <a:p>
            <a:pPr lvl="1"/>
            <a:r>
              <a:rPr sz="1400"/>
              <a:t>教分類器「對一個對稱的小鄰域不變」，只會把決策區域均勻撐大，不會把邊界搬到資料真正搬去的地方</a:t>
            </a:r>
          </a:p>
          <a:p>
            <a:pPr/>
            <a:r>
              <a:rPr sz="1600"/>
              <a:t>距離太短：投影到老化方向上，區塊推的距離只有真實位移的 3%</a:t>
            </a:r>
          </a:p>
          <a:p>
            <a:pPr/>
            <a:r>
              <a:rPr sz="1600"/>
              <a:t>網路確實學到了區塊要求的東西（L_MSE 下降 2–5 倍），但真實的位移有 94% 原封不動穿過網路</a:t>
            </a:r>
          </a:p>
          <a:p>
            <a:pPr/>
            <a:r>
              <a:rPr sz="1600"/>
              <a:t>和元件一是同一件事：沒有方向的位移是負的或零，給了方向才是正的，而論文的公式把方向丟掉了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補上方向和距離，特徵生成還是沒用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把公式缺的方向和距離補上，方向用 Batch 1 自己就能量到的。準確率 +0.0023，不可分辨。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10512"/>
                <a:gridCol w="3785616"/>
                <a:gridCol w="1316736"/>
                <a:gridCol w="13167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版本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做了什麼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與原版差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論文原版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對稱高斯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0.5773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只補正負號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往老化方向的一側取樣，距離照論文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0.5767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補正負號加距離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往老化方向推兩個「Batch 1 內部的位移」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0.5796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+0.0023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18688"/>
            <a:ext cx="8229600" cy="3108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方向從哪裡來：Batch 1 裡有三種氣體量了兩次，中間隔了一段時間；兩次的差就是老化的方向，不需要看測試資料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事後檢查：這個方向和真實老化方向的餘弦是 +0.59（六種氣體全為正），推的距離是真實位移的 0.7 到 1.4 倍。方向對、距離也對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即使這樣，每一批、每一種氣體的差都在 0.012 以內。同樣的位移在輸入端（元件一）能把 Acetone 和 Ethylene 各搬 0.25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結論：特徵生成這個區塊作用的空間，不是分類器決策邊界會回應的那個空間。這個元件關掉了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/>
              <a:t>論文的對比損失（S5）是標準的 Supervised Contrastive Loss：同一種氣體的原始特徵和生成特徵在單位球上互相拉近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不跑的理由：它要求「原始特徵對生成特徵不變」，而第 19 頁已經量到生成特徵沒有離開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特徵生成，補上方向與距離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+0.0023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646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用了測試批次的資料、標籤對不上 Table 2、Fig. S1 的曲線來源不明。三件事只記錄，不推測動機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26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