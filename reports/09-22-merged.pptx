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「有方向」是本研究唯一超過門檻的增益，但方向是看過測試資料才選的，只能當上界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30" y="3172968"/>
            <a:ext cx="707754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在三維主成分空間：隨機噪聲（中）只把雲撐大，到測試批次 Acetaldehyde 重心（紅叉）的距離不變；有方向的位移（右）才靠過去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