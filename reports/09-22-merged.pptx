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  <p:sldId id="340" r:id="rId3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問題一：論文文字和圖對不上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論文有幾處文字與圖、或公式與說明互相矛盾；每一處我們都做了兩種版本，資料支持圖。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2144"/>
                <a:gridCol w="2798064"/>
                <a:gridCol w="2468880"/>
                <a:gridCol w="181051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哪裡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論文怎麼寫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矛盾在哪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我們怎麼做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網路寬度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內文：通道數從 1 逐步增加到 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Fig. 2 印的是 32/64/128/256/128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兩種都做；圖版高 0.03 到 0.05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Pooling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「這個網路不用 pooling layer」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一般 ResNet 都有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照文字不加；加了掉 0.078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交叉熵 S2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L_ce = −(1/B) Σᵢ (1/n) Σⱼ Yⱼⁱ · log S(FC(Φ(Xⱼⁱ)))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對 minibatch 取未加權平均；最後一批只有 61 筆，權重不同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 S2，並記錄兩種平均的差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一致性損失 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L_MSE = (1/B) Σᵢ (1/n) Σⱼ [ S(FC(Φ(X))) − S(FC(Φ̄(X))) ]²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沒有除以類別數；程式庫預設會除以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 S4，六項相加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風格統計量 (10)(11)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μ = mean(z^L)，δ = var(z^L)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公式對通道與長度都加總，得一個純量；內文卻說結果是 ℝ^{B×CH}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逐純量／逐通道／逐位置三種都做，都約零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重取樣 (14)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μ′ ~ N(μ̂, δ̂)，δ′ ~ N(μ̄, δ̄)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高斯可能抽到負的尺度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照論文不截斷；負值比例 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50408"/>
            <a:ext cx="822960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能照做的都照做了；沒有一個歧義能解釋 0.08 的差距。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問題三：論文的訓練曲線對不上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3776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ugmentation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107" y="3127248"/>
            <a:ext cx="4163785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擴充前後：隨機噪聲只把雲撐大，離目標的距離不變；有方向的位移才靠過去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「有方向」的版本是本研究唯一超過門檻的增益，但它的方向是看過測試資料才選的，只能當上界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24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