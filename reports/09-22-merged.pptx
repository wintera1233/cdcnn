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Fig. S1 的說明只寫「訓練 100 個 epoch」，沒說縱軸是訓練集還是測試批次。我們把自己的兩種曲線都畫出來對照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若它是訓練集的準確率：我們的訓練集十個 epoch 內就過 0.95、最後 1.000，論文的 ResNet 卻停在 0.58，表示論文的模型連訓練集都沒學會，與它 Table 3 的數字不合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若它是測試批次的準確率：曲線每個 epoch 都在更新，代表訓練過程中持續在看測試資料，這和「只用 Batch 1」的設定矛盾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延伸出一個實務問題：該訓練幾個 epoch？我們在 Batch 1 上做五折交叉驗證（四組設定、三個種子，共 120 折），交叉驗證的最佳點都落在 epoch 60–100，但測試批次實際的最佳點在 7、40、70，兩者走反方向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所以只看 Batch 1 選不出停止點，我們固定訓練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07792"/>
                <a:gridCol w="969264"/>
                <a:gridCol w="96926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0" y="1481328"/>
            <a:ext cx="320040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「有方向」是本研究唯一超過門檻的增益，但方向是看過測試資料才選的，只能當上界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菱形：各格 Acetaldehyde 雲的重心；紅叉：測試批次的 Acetaldehyde 重心；d：兩者在 128 維空間的距離（Batch 1 的前兩個主成分）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圖的說明寫「in one of the test domains (batch2)」，也就是把生成區塊套在測試批次的資料上再和它自己比。從 batch 2 生成的特徵自然會落在 batch 2 附近，所以這張圖比較像在展示區塊的擴散效果，較難回答「從 Batch 1 生成的特徵能不能到達後面的批次」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在只用 Batch 1 的設定下，訓練時區塊只看得到 Batch 1，預測時區塊不作用，所以我們改從 Batch 1 生成，再看它有沒有走到後面的批次（下一頁）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不跑的理由：它要求「原始特徵對生成特徵不變」，而前面已經量到生成特徵沒有離開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同一個設定下，不看測試資料的方法沒有一個超過 60%；超過的全都用了測試批次的無標籤資料。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33472"/>
                <a:gridCol w="4114800"/>
                <a:gridCol w="14813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用到多少測試批次的資訊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代表方法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平均準確率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完全不看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原論文的 SVM 38.9；正交訊號校正 56.5；我們的 ResNet 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39–57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完全不看（宣稱）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CDCNN 論文的 ResNet / CDWC /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63.5 / 67.1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看測試批次的無標籤資料做對齊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DRCA 62.2、D-DRCA 73.8、流形方法 64–67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62–74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兩個訓練批次 + 無標籤資料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AMDS-PFFA（2024）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每個測試批次給 20 到 50 筆有標籤的校正樣本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DAELM（2015）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81–92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9884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我們的 55.6 比原論文的 SVM 高 17 個百分點；CDCNN 論文的 63.5 是「不看測試資料」這一列唯一的例外，而它的 Fig. 5 已被抓到用了測試資料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跨過 60% 的做法都是看測試批次的無標籤樣本做對齊。那和我們的延伸幾乎一樣，差別只在方向是從測試批次量的，不是從 Batch 1 猜的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來源：Zhang 2015（DAELM）、Zhang 2017（DRCA）、Yi 2019（D-DRCA）、AMDS-PFFA 2024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是在測試批次上畫的、Fig. S1 的曲線來源不明。兩件事只記錄，不推測動機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