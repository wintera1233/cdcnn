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「有方向」是本研究唯一超過門檻的增益，但方向是看過測試資料才選的，只能當上界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Batch 1 在前兩個主成分上：隨機噪聲（中）只把雲撐大，到測試批次 Acetaldehyde 重心（紅叉）的距離不變；有方向的位移（右）才靠過去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822960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論文的特徵生成（Eqs. 8–16）：把特徵拆成 z = z^H + z^L，對殘差 z^L 的風格統計量重新取樣再組回去：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　　μ′ ~ N(μ̂, δ̂)，δ′ ~ N(μ̄, δ̄)　(14)　　　z̃^L = δ′ (z^L − μ) / δ + μ′　(16)　　　z̃ = z^H + z̃^L　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95728"/>
            <a:ext cx="8229600" cy="3931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方向對：Eq. (14) 產生的擾動確實偏向感測器老化的方向，偏好程度是隨機方向的 3 到 4.6 倍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但沒有正負號：Eq. (14) 用的是對稱的高斯分布，抽到「往老化方向」和「往反方向」的機率一樣，平均起來等於沒推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這對分類器的影響是：它被要求把一筆資料和「往兩邊各推一點」的版本都判成同一類，結果只是把每一類的範圍往兩邊都撐寬；真正的老化只往一邊走，而界線並沒有往那一邊搬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距離太短：把擾動投影到老化方向上，區塊推的距離只有真實位移的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網路確實學到了區塊要求的東西，L_MSE 在 100 個 epoch 內下降 2 到 5 倍；但真實的位移有 94% 原封不動穿過網路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和元件一是同一件事：沒有方向的位移是負的或零，給了方向才是正的；Eq. (14) 把方向丟掉了。我們也試過把方向補回 Eq. (14)，結果 +0.0023，仍在門檻內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