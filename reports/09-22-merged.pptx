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484632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07792"/>
                <a:gridCol w="969264"/>
                <a:gridCol w="96926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0" y="1481328"/>
            <a:ext cx="3200400" cy="1645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「有方向」是本研究唯一超過門檻的增益，但方向是看過測試資料才選的，只能當上界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  <p:pic>
        <p:nvPicPr>
          <p:cNvPr id="7" name="Picture 6" descr="augmentation_pca_3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27" y="3172968"/>
            <a:ext cx="8093945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19048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菱形：各格 Acetaldehyde 雲的重心；紅叉：測試批次的 Acetaldehyde 重心；d：兩者在 128 維空間的距離（Batch 1 的前兩個主成分）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同一設定（Batch 1 訓練、Batch 2–10 測試）下各方法的架構，以及用了多少、用什麼方式的測試批次資料。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45920"/>
                <a:gridCol w="2139696"/>
                <a:gridCol w="1234440"/>
                <a:gridCol w="2304288"/>
                <a:gridCol w="90525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文獻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主要架構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source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F497D"/>
                          </a:solidFill>
                        </a:rPr>
                        <a:t>target 怎麼用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F497D"/>
                          </a:solidFill>
                        </a:rPr>
                        <a:t>平均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2012（資料集原論文）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SVM，RBF 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全部有標籤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38.9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SVM，測地流核（GFK）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每個測試批次的無標籤樣本，用來建核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Vergara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流形正則化（ML-comgfk）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無標籤樣本，半監督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67.3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 表內的 OSC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正交訊號校正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56.5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2015（DAELM）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極限學習機 + 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每個測試批次 20–50 筆有標籤校正樣本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80.8–91.9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Zhang 2017（DRCA）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線性子空間投影 + 分類器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無標籤樣本，對齊兩域平均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62.2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Yi 2019（D-DRCA）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同上，加入 source 標籤的判別項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73.8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AMDS-PFFA 2024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CNN + 注意力，多源域適應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與 2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無標籤樣本，對齊特徵分布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83.2（加權）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KD 2025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全連接網路 + 知識蒸餾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每批一半無標籤，做偽標籤與調參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47.9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CDCNN 2024（本篇）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一維 ResNet + 擴充 + 特徵生成 + 對比損失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1A"/>
                          </a:solidFill>
                        </a:rPr>
                        <a:t>宣稱不用；Fig. 5 用了 batch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A1A1A"/>
                          </a:solidFill>
                        </a:rPr>
                        <a:t>63.5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我們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一維 ResNet，照 Fig. 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Batch 1 有標籤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A1A1A"/>
                          </a:solidFill>
                        </a:rPr>
                        <a:t>不用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A1A1A"/>
                          </a:solidFill>
                        </a:rPr>
                        <a:t>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33288"/>
            <a:ext cx="822960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不用測試批次資料的只有三列（SVM、OSC、我們），都在 60% 以下；超過 60% 的全都用了測試批次的無標籤樣本做對齊，80% 以上要有標籤的校正樣本或兩個 source 批次。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