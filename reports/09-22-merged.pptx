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架構：五個 ResNet 區塊、不做 pooling、攤平後接全連接層，完全照 Fig. 2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資料：UCI 漂移資料集，128 維、六種氣體、十批、三年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規則：訓練與所有選擇只用 Batch 1；Batch 2–10 等模型凍結後才打開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指標：九批準確率的平均（target mean），五個隨機種子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① 資料擴充　② 特徵生成　③ 對比損失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Acetaldehyde 在 Batch 1 分得很好，到後面的批次整個雲團移到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論文的模型也一樣；所以和論文的差距在其他五種氣體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Batch 1 上的準確率是 1.000：問題不在學不會，在搬不過去。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論文沒說縱軸是訓練集還是測試批次；兩種讀法都對不上我們的曲線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只看 Batch 1 選不出停止點：交叉驗證的最佳點和測試批次的最佳點走反方向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所以固定訓練 100 個 epoch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07792"/>
                <a:gridCol w="969264"/>
                <a:gridCol w="96926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0" y="1481328"/>
            <a:ext cx="320040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「有方向」的版本要看測試資料才知道方向，只能當上界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增益來自 Acetone，代價是 Ethylene；Acetaldehyde 沒救回來</a:t>
            </a:r>
          </a:p>
        </p:txBody>
      </p:sp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27" y="3172968"/>
            <a:ext cx="8093945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菱形：各格 Acetaldehyde 雲的重心；紅叉：測試批次的 Acetaldehyde 重心；d：兩者在 128 維空間的距離（Batch 1 的前兩個主成分）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這張圖是把生成區塊套在測試批次上，再和它自己比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我們改從 Batch 1 生成，看它有沒有走到後面的批次（下一頁）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橫軸是這種氣體從 Batch 1 搬到那個批次的方向；灰 = Batch 1，橘 = 從 Batch 1 生成，藍 = 那個批次的真實特徵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橘色只疊在灰色上；加了特徵生成，準確率 +0.0004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元件三：對比損失，照論文做反而變差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6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400"/>
              <a:t>L_con = − Σᵢ (1/|P(i)|) Σ_{p∈P(i)} log [ exp(f(zᵢ)·f(zₚ)/τ) / Σ_{a∈A(i)} exp(f(zᵢ)·f(zₐ)/τ) ]</a:t>
            </a:r>
          </a:p>
          <a:p>
            <a:pPr/>
            <a:r>
              <a:rPr sz="1600"/>
              <a:t>結果：論文版（τ=0.07）−0.0138，可分辨地更差；τ=0.5 時損失幾乎不作用，−0.0014</a:t>
            </a:r>
          </a:p>
          <a:p>
            <a:pPr/>
            <a:r>
              <a:rPr sz="1600"/>
              <a:t>機制：它把 Batch 1 同類的點拉緊，類內半徑縮小，但真實的老化一點都沒縮；特徵上的相對漂移反而放大一半</a:t>
            </a:r>
          </a:p>
          <a:p>
            <a:pPr lvl="1"/>
            <a:r>
              <a:rPr sz="1400"/>
              <a:t>逐類別：Ethylene +0.19、Toluene −0.25、Acetone −0.10，把擴充換來的交易倒回去一半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它把原始特徵和生成特徵拉近；但生成特徵本來就在 Batch 1 裡，拉近它換來的是對老化更敏感。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幾個月後的 Acetaldehyde 落在 (5, 3)，離 Batch 1 的 Ethanol (5, 2) 最近，被判成 Ethanol。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把 x 扔掉只看 y，兩種氣體不管過多久都在原地。真實資料是 128 維，做法一樣。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Batch 1 自己量到的方向只裝了三年老化的 29%，裝的主要是濃度差異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扣掉夠多老化就會連氣體差異一起扣掉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仍落在 Ethanol 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L_con，照論文（τ=0.07）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的定案數字；0.57 系列都是看過測試資料才選得出來的上界。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同一設定（Batch 1 訓練、Batch 2–10 測試）下各方法的架構，以及用了多少、用什麼方式的測試批次資料。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20"/>
                <a:gridCol w="2139696"/>
                <a:gridCol w="1234440"/>
                <a:gridCol w="2304288"/>
                <a:gridCol w="90525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文獻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主要架構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source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target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F497D"/>
                          </a:solidFill>
                        </a:rPr>
                        <a:t>平均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2012（資料集原論文）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SVM，RBF 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全部有標籤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38.9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SVM，測地流核（GFK）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每個測試批次的無標籤樣本，用來建核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64.0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流形正則化（ML-comgfk）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無標籤樣本，半監督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67.3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 表內的 OSC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正交訊號校正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56.5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2015（DAELM）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極限學習機 + 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每個測試批次 20–50 筆有標籤校正樣本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80.8–91.9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2017（DRCA）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線性子空間投影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無標籤樣本，對齊兩域平均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62.2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2019（D-DRCA）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同上，加入 source 標籤的判別項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73.8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AMDS-PFFA 2024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CNN + 注意力，多源域適應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與 2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無標籤樣本，對齊特徵分布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83.2（加權）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KD 2025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全連接網路 + 知識蒸餾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每批一半無標籤，做偽標籤與調參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47.9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CDCNN 2024（本篇）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一維 ResNet + 擴充 + 特徵生成 + 對比損失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宣稱不用；Fig. 5 用了 batch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63.5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我們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一維 ResNet，照 Fig. 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A1A1A"/>
                          </a:solidFill>
                        </a:rPr>
                        <a:t>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33288"/>
            <a:ext cx="822960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不用測試批次資料的只有三列，都在 60% 以下。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800"/>
              <a:t>只用 Batch 1 的規則下，照論文重建的網路得到 0.5556；三個元件一個一個加上去，資料擴充變差、特徵生成等於零、對比損失也變差</a:t>
            </a:r>
          </a:p>
          <a:p>
            <a:pPr/>
            <a:r>
              <a:rPr sz="1800"/>
              <a:t>和論文的差距不在這三個元件，在 Acetaldehyde 以外的五種氣體</a:t>
            </a:r>
          </a:p>
          <a:p>
            <a:pPr/>
            <a:r>
              <a:rPr sz="1800"/>
              <a:t>不看測試資料的模型是現實中比較需要的，但這份資料集上沒有人在這個規則下超過 60%；要再往前，文獻的主流是讓測試批次的無標籤資料參與對齊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