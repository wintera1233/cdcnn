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架構：五個 ResNet 區塊、不做 pooling、攤平後接全連接層，完全照 Fig. 2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資料：UCI 漂移資料集，128 維、六種氣體、十批、三年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規則：訓練與所有選擇只用 Batch 1；Batch 2–10 等模型凍結後才打開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指標：九批準確率的平均（target mean），五個隨機種子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① 資料擴充　② 特徵生成　③ 對比損失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Acetaldehyde 在 Batch 1 分得很好，到後面的批次整個雲團移到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論文的模型也一樣；所以和論文的差距在其他五種氣體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Batch 1 上的準確率是 1.000：問題不在學不會，在搬不過去。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論文沒說縱軸是訓練集還是測試批次；兩種讀法都對不上我們的曲線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只看 Batch 1 選不出停止點：交叉驗證的最佳點和測試批次的最佳點走反方向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所以固定訓練 100 個 epoch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「有方向」的版本要看測試資料才知道方向，只能當上界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增益來自 Acetone，代價是 Ethylene；Acetaldehyde 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這張圖是把生成區塊套在測試批次上，再和它自己比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我們改從 Batch 1 生成，看它有沒有走到後面的批次（下一頁）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橫軸是這種氣體從 Batch 1 搬到那個批次的方向；灰 = Batch 1，橘 = 從 Batch 1 生成，藍 = 那個批次的真實特徵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橘色只疊在灰色上；加了特徵生成，準確率 +0.0004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500"/>
              <a:t>L_con = − Σᵢ (1/|P(i)|) Σ_{p∈P(i)} log [ exp(f(zᵢ)·f(zₚ)/τ) / Σ_{a∈A(i)} exp(f(zᵢ)·f(zₐ)/τ) ]</a:t>
            </a:r>
          </a:p>
          <a:p>
            <a:pPr/>
            <a:r>
              <a:rPr sz="1700"/>
              <a:t>程式寫好了，含事前預測與否證條件；補跑只要 15 分鐘</a:t>
            </a:r>
          </a:p>
          <a:p>
            <a:pPr/>
            <a:r>
              <a:rPr sz="1700"/>
              <a:t>不跑：它要求原始特徵對生成特徵不變，而生成特徵沒有離開 Batch 1</a:t>
            </a:r>
          </a:p>
          <a:p>
            <a:pPr lvl="1"/>
            <a:r>
              <a:rPr sz="1500"/>
              <a:t>前一個分支在另一個網路上量了五次：−0.005 到 +0.003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幾個月後的 Acetaldehyde 落在 (5, 3)，離 Batch 1 的 Ethanol (5, 2) 最近，被判成 Ethanol。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把 x 扔掉只看 y，兩種氣體不管過多久都在原地。真實資料是 128 維，做法一樣。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Batch 1 自己量到的方向只裝了三年老化的 29%，裝的主要是濃度差異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扣掉夠多老化就會連氣體差異一起扣掉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仍落在 Ethanol 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的定案數字；0.57 系列都是看過測試資料才選得出來的上界。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139696"/>
                <a:gridCol w="1234440"/>
                <a:gridCol w="2304288"/>
                <a:gridCol w="90525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不用測試批次資料的只有三列，都在 60% 以下。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800"/>
              <a:t>只用 Batch 1 的規則下，照論文重建的網路得到 0.5556；三個元件一個一個加上去，資料擴充變差、特徵生成等於零、對比損失的前提已被量掉</a:t>
            </a:r>
          </a:p>
          <a:p>
            <a:pPr/>
            <a:r>
              <a:rPr sz="1800"/>
              <a:t>和論文的差距不在這三個元件，在 Acetaldehyde 以外的五種氣體</a:t>
            </a:r>
          </a:p>
          <a:p>
            <a:pPr/>
            <a:r>
              <a:rPr sz="1800"/>
              <a:t>不看測試資料的模型是現實中比較需要的，但這份資料集上沒有人在這個規則下超過 60%；要再往前，文獻的主流是讓測試批次的無標籤資料參與對齊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