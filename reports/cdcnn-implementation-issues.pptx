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mbria"/>
                <a:ea typeface="Microsoft JhengHei"/>
              </a:rPr>
              <a:t>照論文實作 CDCNN 時發現的問題</a:t>
            </a:r>
          </a:p>
          <a:p>
            <a:pPr>
              <a:spcBef>
                <a:spcPts val="1600"/>
              </a:spcBef>
            </a:pPr>
            <a:r>
              <a:rPr sz="2000" b="0" i="0">
                <a:solidFill>
                  <a:srgbClr val="CFD3DE"/>
                </a:solidFill>
                <a:latin typeface="Calibri"/>
                <a:ea typeface="Microsoft JhengHei"/>
              </a:rPr>
              <a:t>Source-only 協定下的復現：哪些對上了、哪些對不上、以及為什麼</a:t>
            </a:r>
          </a:p>
          <a:p>
            <a:pPr>
              <a:spcBef>
                <a:spcPts val="3000"/>
              </a:spcBef>
            </a:pPr>
            <a:r>
              <a:rPr sz="1250" b="0" i="0">
                <a:solidFill>
                  <a:srgbClr val="A8ADBD"/>
                </a:solidFill>
                <a:latin typeface="Calibri"/>
                <a:ea typeface="Microsoft JhengHei"/>
              </a:rPr>
              <a:t>UCI Gas Sensor Array Drift，Batch 1 訓練、Batch 2–10 評估  ·  五個 seed  ·  runs 2026-09-22 至 09-23  ·  分支 exp/v7-redesign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13892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FD3DE"/>
                </a:solidFill>
                <a:latin typeface="Calibri"/>
                <a:ea typeface="Microsoft JhengHei"/>
              </a:rPr>
              <a:t>橘色 = 論文的生成／擴充機制產生的東西；藍色 = 真實的 target 資料。整份簡報都用這兩個顏色。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我們重現了什麼、沒重現什麼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架構、兩個元件、Fig. 5 的畫法、以及論文自己的死類別都重現了；重現不了的是準確率的增益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4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2101"/>
                <a:gridCol w="3772101"/>
                <a:gridCol w="1775106"/>
                <a:gridCol w="177510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論文的東西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重現狀態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我們的數字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純 ResNet 基線（Fig. 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架構照圖重建，source-only 訓練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 ± 0.0137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資料擴充（Eq. 7，等向噪聲）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特徵生成（Eqs. 8–16）+ L_MSE（S4）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照做，Fig. 5 畫得出同樣的圖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L_con（S5）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尚未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 完全誤判（Fig. S3）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重現了，和論文一樣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3484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協定：只用 Batch 1（445 筆）訓練與選擇；Batch 2–10 在所有 checkpoint 凍結、雜湊之後才開，每次執行都有稽核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統計量：target mean = 九個 batch 準確率的未加權平均，與論文相同；五個 seed、附 SD，可分辨門檻 0.009–0.022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接下來每頁一個實作時撞到的問題，重點在第 6、7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論文的文字與圖互相矛盾，資料支持圖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能照做的都照做了；每個歧義都記錄了兩種讀法的差，最大的一個是 pooling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223759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5801"/>
                <a:gridCol w="2456078"/>
                <a:gridCol w="2167128"/>
                <a:gridCol w="14447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論文的地方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文字說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圖說／實作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實測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Channel 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§5.2「1 到 128 逐步增加」→ 32/64/128/128/128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Fig. 2 印 32/64/128/256/128，內層 512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圖版高 +0.03 到 +0.05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「doesn't apply the pooling layer」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加 GAP 掉 −0.078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 minibatch 取未加權平均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最後一批只有 61 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S2，並記錄兩種平均的差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只有 1/B、1/n，沒有 1/C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F.mse_loss 預設會除以 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S4，六項相加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Eqs. (10)–(11)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結果在 R^{B×CH}，那會讓重上色變恆等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逐純量／channel／位置三種讀法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三種都做，都約零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高斯可抽到負的尺度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照論文不截斷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逐位置負值比例 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2_cd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566160" cy="20950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2：channel 32/64/128/256/128，無 pooling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48056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Pooling 那句是關鍵句：加了全域平均池化就掉 0.078，比任何 CDCNN 元件的效應都大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資料集的標籤對不上論文的 Table 2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不影響任何準確率（模型只看整數），但影響所有「某氣體怎樣」的敘述</a:t>
            </a:r>
          </a:p>
        </p:txBody>
      </p:sp>
      <p:pic>
        <p:nvPicPr>
          <p:cNvPr id="4" name="Picture 3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2541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論文的 PCA 總圖（batch1 面板），依氣體名稱上色</a:t>
            </a:r>
          </a:p>
        </p:txBody>
      </p:sp>
      <p:pic>
        <p:nvPicPr>
          <p:cNvPr id="6" name="Picture 5" descr="batch1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349240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114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 Batch 1 PCA，只標整數標籤，避免圖帶著讀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44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資料集文件：1=Ethanol, 2=Ethylene, 3=Ammonia,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論文 Table 2 的 Batch 1 各氣體筆數（83/30/70/98/90/74）照欄位順序讀，要求標籤 1 有 83 筆；實際是 90。六欄只有一欄對得上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50" b="1" i="0">
                <a:solidFill>
                  <a:srgbClr val="1C1C1E"/>
                </a:solidFill>
                <a:latin typeface="Calibri"/>
                <a:ea typeface="Microsoft JhengHei"/>
              </a:rPr>
              <a:t>用 Batch 1 的 PCA 形狀對論文的圖，判定標籤 2 與 3 互換：採用 1=Ethanol, 2=Ammonia, 3=Ethylene,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前一分支沒有資料集文件，用筆數硬對，對應表是錯的；這裡的衝突只記錄、不宣稱解決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Fig. S1 的曲線畫的是什麼？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訓練曲線和 target 曲線都對不上；而且 source-only 下沒有停止規則</a:t>
            </a:r>
          </a:p>
        </p:txBody>
      </p:sp>
      <p:pic>
        <p:nvPicPr>
          <p:cNvPr id="4" name="Picture 3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707625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S1：(a) 準確率在 0.58／0.65／0.70 進入平台，(b) CDCNN 的 loss 停在 1.5</a:t>
            </a:r>
          </a:p>
        </p:txBody>
      </p:sp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572346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07492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我們的 Batch 1 訓練準確率 10 個 epoch 內就過 0.95，最後 1.000；target mean 落在 0.35–0.55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若 S1 是訓練曲線，0.58 太低；若是 target 曲線，它暗示訓練時一直在看 target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S1(b)：CDCNN 的 loss 比另外兩個高 1.0。多了 L_MSE 與 L_con 兩項，高是合理的，但我們量到的 L_MSE 最終只佔 loss 的 3%，那 1.0 幾乎全是對比損失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  <a:ea typeface="Microsoft JhengHei"/>
              </a:rPr>
              <a:t>沒有 source-only 的停止規則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5-fold CV、120 個 fold：held-out accuracy 與 loss 的峰值都落在 epoch 60–100，而 target 的峰值在 7／40／70，兩者反相關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epoch 只能固定為 100，這是唯一不看 target 的做法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論文自己的 CDCNN 也死在 Acetaldehyde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三個模型都是 0.00，都送進 Ethanol；所以差距全在其他五類</a:t>
            </a:r>
          </a:p>
        </p:txBody>
      </p:sp>
      <p:pic>
        <p:nvPicPr>
          <p:cNvPr id="4" name="Picture 3" descr="figS3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651862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2519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S3：CDCNN 把 100% 的 Acetaldehyde 判成 Ethanol</a:t>
            </a:r>
          </a:p>
        </p:txBody>
      </p:sp>
      <p:pic>
        <p:nvPicPr>
          <p:cNvPr id="6" name="Picture 5" descr="baseline-confusion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43" y="1554480"/>
            <a:ext cx="4327314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25196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我們的基線混淆矩陣：Acetaldehyde 一樣是 0.00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617720"/>
          <a:ext cx="566927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7555"/>
                <a:gridCol w="1247241"/>
                <a:gridCol w="1247241"/>
                <a:gridCol w="12472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CDCNN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CDWC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我們的基線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177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原因是漂移，不是化學相似：Acetaldehyde 在 Batch 1 上 recall 1.000，target 上每個 batch 的質心都落到 Batch 1 的 Ethanol 位置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它佔 target 14%，論文的 pooled 準確率因此只有約 0.80；0.7230 是在它為零的情況下達成的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與論文的差距在其他五類，尤其 Toluene（0.92 對 0.39）與 Acetone（0.94 對 0.51）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等向擴充是負的，有方向才是正的，但方向來自 target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無方向的位移是負的，同樣的位移給了方向就是本專案唯一可分辨的增益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852158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1989734"/>
                <a:gridCol w="1053388"/>
                <a:gridCol w="936345"/>
                <a:gridCol w="702259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擴充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基準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沿漂移方向，T=2，無噪聲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R-fig-logps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無（基準）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R-aug-paper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 Eq. (7) 等向噪聲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0.5340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4612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方向是看過 target 才選的，T 與去噪聲也是：target-informed，只能算上界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增益全是 Acetone +0.255 換 Ethylene −0.272；Ethylene 是漂移方向與共用方向最不對齊的類別（cos 0.451）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死類別仍是 0.003：Acetaldehyde 與 Ethanol 幾乎一起漂（cos 0.761），共用方向平移解不開兩者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Source-only 的替代：Batch 1 自己兩個採集區塊的偏移能估到方向（cos 0.850），尚未拿來訓練</a:t>
            </a:r>
          </a:p>
        </p:txBody>
      </p:sp>
      <p:pic>
        <p:nvPicPr>
          <p:cNvPr id="6" name="Picture 5" descr="drift_dim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983480" cy="1846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漂移的譜：PC1 佔 70.6%，90% 要 4 個成分；Ethylene 是例外</a:t>
            </a:r>
          </a:p>
        </p:txBody>
      </p:sp>
      <p:pic>
        <p:nvPicPr>
          <p:cNvPr id="8" name="Picture 7" descr="augmentation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977639"/>
            <a:ext cx="4983480" cy="1641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57607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Batch 1 擴充前後的三維 PCA（v8.0）：等向噪聲只把雲撐大，到 target Acetaldehyde 重心的最近距離不變（2.36）；有方向的位移才縮到 1.46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 Fig. 5 的畫法在 source-only 下違規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caption：「the feature generation block in one of the test domains (batch2)」</a:t>
            </a:r>
          </a:p>
        </p:txBody>
      </p:sp>
      <p:pic>
        <p:nvPicPr>
          <p:cNvPr id="4" name="Picture 3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16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5：區塊套在 batch 2 上（橘），與 batch 2 的原始特徵（藍）比</a:t>
            </a:r>
          </a:p>
        </p:txBody>
      </p:sp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394960" cy="2976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754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我們照同樣畫法畫：形狀對得上，橘色比藍色寬、往外延伸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這張圖用了 target 資料。區塊套在 batch 2 上才有橘點；每個 batch 各自這樣畫，就是每個 batch 都獨立進了模型。訓練時區塊只看得到 Batch 1，推論時區塊根本不作用（Fig. 2）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這是循環論證。從 batch 2 生成的特徵當然靠近 batch 2，不管區塊做什麼；它證明不了區塊「涵蓋到未見過的域」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正確的問法：區塊只作用在 Batch 1，生成出來的雲有沒有到後面的 batch？→ 下一頁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從 Batch 1 生成的特徵沒有覆蓋任何後續 batch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X 軸 = 該（氣體, batch）的真實漂移方向 u，Y 軸 = 扣掉 u 之後殘差的第一主成分。漂移軸是建構出來的，雲沒有沿它走就藏不起來</a:t>
            </a:r>
          </a:p>
        </p:txBody>
      </p:sp>
      <p:pic>
        <p:nvPicPr>
          <p:cNvPr id="4" name="Picture 3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050" y="1600200"/>
            <a:ext cx="962959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灰 = Batch 1 原始特徵；橘 = 從 Batch 1 生成的人工特徵；藍 = target 原始特徵。直線是 Batch 1 質心與 target 質心。橘色疊在灰色上，藍色在另一邊，中間一段空隙（B2／B7／B10；九個 batch 的完整版在 reports/figures/）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同一件事，沿漂移軸量成數字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把每片雲投影到 u 上，source 質心在 0、target 質心在 1；51 個（氣體, batch）格</a:t>
            </a:r>
          </a:p>
        </p:txBody>
      </p:sp>
      <p:pic>
        <p:nvPicPr>
          <p:cNvPr id="4" name="Picture 3" descr="generation_drift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37" y="1554480"/>
            <a:ext cx="8628221" cy="30175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09160"/>
          <a:ext cx="5669279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01568"/>
                <a:gridCol w="1020470"/>
                <a:gridCol w="124724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一維量（沿 u）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中位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範圍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橘雲與藍雲的直方圖重疊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0.00–0.42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橘雲寬度 ÷ 灰雲寬度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0.80–1.16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區塊沿 u 的配對位移（漂移距離為單位）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0.007–0.166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70916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00" b="1" i="0">
                <a:solidFill>
                  <a:srgbClr val="1C1C1E"/>
                </a:solidFill>
                <a:latin typeface="Calibri"/>
                <a:ea typeface="Microsoft JhengHei"/>
              </a:rPr>
              <a:t>沿漂移軸，人工雲與 Batch 1 原始雲是同一片雲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重疊 ≥ 0.10 的六格全是 target 自己散回 source 附近（B2 的 Ethanol、Ammonia、Acetone 等），不是橘雲走過去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換另一個 checkpoint（R-aug-t2）重跑，每格差在小數第三位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之前的 2D PCA 凸包、全維半徑、質心距離三種量法互相矛盾，各有盲點；這個一維量法才誠實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為什麼會這樣：Eq. (14) 沒有正負號，沿軸幅度太小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區塊瞄的軸是對的，但它對稱地位移，而且落到單一漂移軸上的分量很小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  <a:ea typeface="Microsoft JhengHei"/>
              </a:rPr>
              <a:t>3.1–4.6×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擾動對真實漂移的 |cos|，相對隨機方向的虛無值。軸是對的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0823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3703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−7.5%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3703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有號分量 ÷ 典型幅度，逐類平均。順著與逆著漂移機率相同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30×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全空間模長「只差 2 倍」，投影到任一條漂移軸差 30 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8071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+0.0004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8071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特徵生成的準確率效應，四格五 seed。效應下限的十分之一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1109441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7.6% 的擾動能量落在 51 維漂移張成空間，虛無值 0.3%：區塊確實偏好漂移的子空間，不是亂指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400" b="1" i="0">
                <a:solidFill>
                  <a:srgbClr val="1C1C1E"/>
                </a:solidFill>
                <a:latin typeface="Calibri"/>
                <a:ea typeface="Microsoft JhengHei"/>
              </a:rPr>
              <a:t>但 Eq. (14) 的高斯是對稱的。教分類器對 ±ε 鄰域不變，只會均勻撐大決策區域，不會把邊界搬向漂移後的資料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網路確實學到了區塊要求的不變性：L_MSE 降 2–5 倍，λ 拉到論文上限 1.0 也只差 0.0002。但真實漂移有 94% 原封不動穿過 backbone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與問題 5 是同一件事的兩面：無方向的位移是負的或零，方向就是全部效應，而 Eq. (14) 把它丟掉了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總結：機制都重現了，增益沒有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兩個分支、兩個 backbone，兩個元件在 source-only 下都約零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4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2101"/>
                <a:gridCol w="2218883"/>
                <a:gridCol w="2662659"/>
                <a:gridCol w="2440771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元件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本分支（五 seed）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前一分支（另一 backbone）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論文宣稱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資料擴充（論文等向）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−0.013 到 −0.009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ResNet→CDWC +0.036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資料擴充（有方向，target-informed）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 + L_MSE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+0.001 到 +0.014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（含在上列）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未做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−0.005 到 +0.003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CDWC→CDCNN 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9441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  <a:ea typeface="Microsoft JhengHei"/>
              </a:rPr>
              <a:t>重現了的：架構、Eq. (7) 擴充、Eqs. (8)–(16) 生成、Fig. 5 的畫法、Acetaldehyde 的死亡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2B2D42"/>
                </a:solidFill>
                <a:latin typeface="Calibri"/>
                <a:ea typeface="Microsoft JhengHei"/>
              </a:rPr>
              <a:t>重現不了的：論文的準確率增益。source-only 定案 0.5556，所有 0.577 系列都是看過 target 的上界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Fig. 5 用 target 資料畫圖、標籤對不上 Table 2、Fig. S1 的曲線來源不明，三件事都寫進了文件，只記錄、不推測動機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  <a:ea typeface="Microsoft JhengHei"/>
              </a:rPr>
              <a:t>下一步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對比損失 L_con（S5）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90565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DE0E8"/>
                </a:solidFill>
                <a:latin typeface="Calibri"/>
                <a:ea typeface="Microsoft JhengHei"/>
              </a:rPr>
              <a:t>最後一個元件，也是三個裡唯一有不變性機制的。forward_pair 已回傳 (z_f, z̄_f)，train.py 已預留 Eq. (4) 的位置。事前預測與否證條件寫進 config 再跑。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201168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給 Eq. (14) 加正負號（待決定）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3566160"/>
            <a:ext cx="290565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DE0E8"/>
                </a:solidFill>
                <a:latin typeface="Calibri"/>
                <a:ea typeface="Microsoft JhengHei"/>
              </a:rPr>
              <a:t>方向用 Batch 1 自己的採集區塊偏移（source-only，對真實漂移 cos 0.850）。直接針對上一頁量到的失效機制，而且不看 target。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8756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63076" y="20116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3076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分開報告五類與六類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076" y="3566160"/>
            <a:ext cx="290565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DE0E8"/>
                </a:solidFill>
                <a:latin typeface="Calibri"/>
                <a:ea typeface="Microsoft JhengHei"/>
              </a:rPr>
              <a:t>Acetaldehyde 是所有共用方向方法的天花板，論文也沒救回它。任何後續結果都應同時給含它與不含它的 target mean。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附錄：圖檔、執行目錄、設定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949439" cy="24871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5955"/>
                <a:gridCol w="2779776"/>
                <a:gridCol w="3613708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頁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論文的圖（docs/paper/）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我們的圖（reports/figures/）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fig2_cdcnn.png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fig4a.png（batch1 面板）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batch1_pca.png、batch1_pca_zoom23.png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figS1_overlay.png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figS3_confusion.png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baseline-confusion_best.png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drift_dimension.png、augmentation_pca.png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fig5-feature-generation.png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feature_generation.png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generation_drift_aligned_2d.png、generation_drift_projection.png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463040"/>
            <a:ext cx="388620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執行目錄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v7.5 基線  runs/20260923T024922889421Z_input_norm_5seed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v8.0  runs/20260923T033747817275Z_augmentation_full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v8.1  runs/20260923T045843638020Z_displacement_full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v9.0  runs/20260923T071856507630Z_baseline_ladder_full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設定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seeds 1042 / 2024 / 3407 / 42 / 123；lr 0.0003、100 epochs、batch 64；BatchNorm、flatten head、signed-log → per-sample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文件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baseline.md、docs/v8-augmentation.md、docs/v9-feature-generation.md、docs/drift-geometry.md、docs/label-mapping.md、docs/early-stopping.md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